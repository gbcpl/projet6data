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263" r:id="rId4"/>
    <p:sldId id="264" r:id="rId5"/>
    <p:sldId id="265" r:id="rId6"/>
    <p:sldId id="258" r:id="rId7"/>
    <p:sldId id="259" r:id="rId8"/>
    <p:sldId id="266" r:id="rId9"/>
    <p:sldId id="273" r:id="rId10"/>
    <p:sldId id="274" r:id="rId11"/>
    <p:sldId id="267" r:id="rId12"/>
    <p:sldId id="268" r:id="rId13"/>
    <p:sldId id="269" r:id="rId14"/>
    <p:sldId id="271" r:id="rId15"/>
    <p:sldId id="272" r:id="rId16"/>
    <p:sldId id="261" r:id="rId17"/>
    <p:sldId id="262" r:id="rId18"/>
  </p:sldIdLst>
  <p:sldSz cx="9144000" cy="5143500" type="screen16x9"/>
  <p:notesSz cx="6858000" cy="9144000"/>
  <p:embeddedFontLst>
    <p:embeddedFont>
      <p:font typeface="Montserrat" panose="00000500000000000000" pitchFamily="2"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77">
          <p15:clr>
            <a:srgbClr val="A4A3A4"/>
          </p15:clr>
        </p15:guide>
        <p15:guide id="2" pos="2721">
          <p15:clr>
            <a:srgbClr val="A4A3A4"/>
          </p15:clr>
        </p15:guide>
        <p15:guide id="3" pos="2438">
          <p15:clr>
            <a:srgbClr val="9AA0A6"/>
          </p15:clr>
        </p15:guide>
        <p15:guide id="4" pos="416">
          <p15:clr>
            <a:srgbClr val="9AA0A6"/>
          </p15:clr>
        </p15:guide>
        <p15:guide id="5" pos="1191">
          <p15:clr>
            <a:srgbClr val="9AA0A6"/>
          </p15:clr>
        </p15:guide>
        <p15:guide id="6" pos="638">
          <p15:clr>
            <a:srgbClr val="9AA0A6"/>
          </p15:clr>
        </p15:guide>
      </p15:sldGuideLst>
    </p:ext>
    <p: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4" roundtripDataSignature="AMtx7miohyEog1akfKJRRdWquyApPmpAp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EA74EE-F80F-4A51-9FED-BFA94ED8B8BF}" v="344" dt="2026-03-31T18:09:14.0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077"/>
        <p:guide pos="2721"/>
        <p:guide pos="2438"/>
        <p:guide pos="416"/>
        <p:guide pos="1191"/>
        <p:guide pos="638"/>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briel CAPELL" userId="c7e7f398775b450c" providerId="Windows Live" clId="Web-{D0F49957-C4E5-447A-BE9D-679E46607512}"/>
    <pc:docChg chg="delSld modSld sldOrd">
      <pc:chgData name="Gabriel CAPELL" userId="c7e7f398775b450c" providerId="Windows Live" clId="Web-{D0F49957-C4E5-447A-BE9D-679E46607512}" dt="2026-03-26T12:57:30.820" v="7" actId="20577"/>
      <pc:docMkLst>
        <pc:docMk/>
      </pc:docMkLst>
      <pc:sldChg chg="modSp">
        <pc:chgData name="Gabriel CAPELL" userId="c7e7f398775b450c" providerId="Windows Live" clId="Web-{D0F49957-C4E5-447A-BE9D-679E46607512}" dt="2026-03-26T12:54:25.578" v="0" actId="20577"/>
        <pc:sldMkLst>
          <pc:docMk/>
          <pc:sldMk cId="0" sldId="258"/>
        </pc:sldMkLst>
        <pc:spChg chg="mod">
          <ac:chgData name="Gabriel CAPELL" userId="c7e7f398775b450c" providerId="Windows Live" clId="Web-{D0F49957-C4E5-447A-BE9D-679E46607512}" dt="2026-03-26T12:54:25.578" v="0" actId="20577"/>
          <ac:spMkLst>
            <pc:docMk/>
            <pc:sldMk cId="0" sldId="258"/>
            <ac:spMk id="73" creationId="{00000000-0000-0000-0000-000000000000}"/>
          </ac:spMkLst>
        </pc:spChg>
      </pc:sldChg>
      <pc:sldChg chg="modSp ord">
        <pc:chgData name="Gabriel CAPELL" userId="c7e7f398775b450c" providerId="Windows Live" clId="Web-{D0F49957-C4E5-447A-BE9D-679E46607512}" dt="2026-03-26T12:55:17.219" v="2" actId="20577"/>
        <pc:sldMkLst>
          <pc:docMk/>
          <pc:sldMk cId="2667397740" sldId="265"/>
        </pc:sldMkLst>
        <pc:spChg chg="mod">
          <ac:chgData name="Gabriel CAPELL" userId="c7e7f398775b450c" providerId="Windows Live" clId="Web-{D0F49957-C4E5-447A-BE9D-679E46607512}" dt="2026-03-26T12:55:17.219" v="2" actId="20577"/>
          <ac:spMkLst>
            <pc:docMk/>
            <pc:sldMk cId="2667397740" sldId="265"/>
            <ac:spMk id="73" creationId="{F76AB58E-7C17-5D8F-6A03-B1D7952559B3}"/>
          </ac:spMkLst>
        </pc:spChg>
      </pc:sldChg>
      <pc:sldChg chg="modSp">
        <pc:chgData name="Gabriel CAPELL" userId="c7e7f398775b450c" providerId="Windows Live" clId="Web-{D0F49957-C4E5-447A-BE9D-679E46607512}" dt="2026-03-26T12:56:45.766" v="5" actId="20577"/>
        <pc:sldMkLst>
          <pc:docMk/>
          <pc:sldMk cId="3567081951" sldId="267"/>
        </pc:sldMkLst>
        <pc:spChg chg="mod">
          <ac:chgData name="Gabriel CAPELL" userId="c7e7f398775b450c" providerId="Windows Live" clId="Web-{D0F49957-C4E5-447A-BE9D-679E46607512}" dt="2026-03-26T12:56:45.766" v="5" actId="20577"/>
          <ac:spMkLst>
            <pc:docMk/>
            <pc:sldMk cId="3567081951" sldId="267"/>
            <ac:spMk id="88" creationId="{C5F59FA7-02A1-DE9F-9815-94695657FF95}"/>
          </ac:spMkLst>
        </pc:spChg>
      </pc:sldChg>
      <pc:sldChg chg="modSp">
        <pc:chgData name="Gabriel CAPELL" userId="c7e7f398775b450c" providerId="Windows Live" clId="Web-{D0F49957-C4E5-447A-BE9D-679E46607512}" dt="2026-03-26T12:56:41.813" v="4" actId="20577"/>
        <pc:sldMkLst>
          <pc:docMk/>
          <pc:sldMk cId="1371828460" sldId="268"/>
        </pc:sldMkLst>
        <pc:spChg chg="mod">
          <ac:chgData name="Gabriel CAPELL" userId="c7e7f398775b450c" providerId="Windows Live" clId="Web-{D0F49957-C4E5-447A-BE9D-679E46607512}" dt="2026-03-26T12:56:41.813" v="4" actId="20577"/>
          <ac:spMkLst>
            <pc:docMk/>
            <pc:sldMk cId="1371828460" sldId="268"/>
            <ac:spMk id="88" creationId="{DCF59354-5969-2742-0D88-D402711BEB34}"/>
          </ac:spMkLst>
        </pc:spChg>
      </pc:sldChg>
      <pc:sldChg chg="modSp">
        <pc:chgData name="Gabriel CAPELL" userId="c7e7f398775b450c" providerId="Windows Live" clId="Web-{D0F49957-C4E5-447A-BE9D-679E46607512}" dt="2026-03-26T12:56:38.453" v="3" actId="20577"/>
        <pc:sldMkLst>
          <pc:docMk/>
          <pc:sldMk cId="555539522" sldId="269"/>
        </pc:sldMkLst>
        <pc:spChg chg="mod">
          <ac:chgData name="Gabriel CAPELL" userId="c7e7f398775b450c" providerId="Windows Live" clId="Web-{D0F49957-C4E5-447A-BE9D-679E46607512}" dt="2026-03-26T12:56:38.453" v="3" actId="20577"/>
          <ac:spMkLst>
            <pc:docMk/>
            <pc:sldMk cId="555539522" sldId="269"/>
            <ac:spMk id="88" creationId="{8309CB0C-8CCF-BE1B-2413-393A2DD9750E}"/>
          </ac:spMkLst>
        </pc:spChg>
      </pc:sldChg>
      <pc:sldChg chg="modSp">
        <pc:chgData name="Gabriel CAPELL" userId="c7e7f398775b450c" providerId="Windows Live" clId="Web-{D0F49957-C4E5-447A-BE9D-679E46607512}" dt="2026-03-26T12:57:30.820" v="7" actId="20577"/>
        <pc:sldMkLst>
          <pc:docMk/>
          <pc:sldMk cId="3916810994" sldId="271"/>
        </pc:sldMkLst>
        <pc:spChg chg="mod">
          <ac:chgData name="Gabriel CAPELL" userId="c7e7f398775b450c" providerId="Windows Live" clId="Web-{D0F49957-C4E5-447A-BE9D-679E46607512}" dt="2026-03-26T12:57:30.820" v="7" actId="20577"/>
          <ac:spMkLst>
            <pc:docMk/>
            <pc:sldMk cId="3916810994" sldId="271"/>
            <ac:spMk id="88" creationId="{62AB6931-4BD8-A41D-DF83-0CB9C02573E3}"/>
          </ac:spMkLst>
        </pc:spChg>
      </pc:sldChg>
    </pc:docChg>
  </pc:docChgLst>
  <pc:docChgLst>
    <pc:chgData name="Gabriel CAPELL" userId="c7e7f398775b450c" providerId="Windows Live" clId="Web-{2491C3D9-8790-427C-B8EC-1C84E9788B23}"/>
    <pc:docChg chg="addSld delSld modSld">
      <pc:chgData name="Gabriel CAPELL" userId="c7e7f398775b450c" providerId="Windows Live" clId="Web-{2491C3D9-8790-427C-B8EC-1C84E9788B23}" dt="2026-03-26T06:51:35.761" v="1653" actId="20577"/>
      <pc:docMkLst>
        <pc:docMk/>
      </pc:docMkLst>
      <pc:sldChg chg="delSp modSp">
        <pc:chgData name="Gabriel CAPELL" userId="c7e7f398775b450c" providerId="Windows Live" clId="Web-{2491C3D9-8790-427C-B8EC-1C84E9788B23}" dt="2026-03-26T05:33:47.819" v="76" actId="1076"/>
        <pc:sldMkLst>
          <pc:docMk/>
          <pc:sldMk cId="0" sldId="256"/>
        </pc:sldMkLst>
        <pc:spChg chg="mod">
          <ac:chgData name="Gabriel CAPELL" userId="c7e7f398775b450c" providerId="Windows Live" clId="Web-{2491C3D9-8790-427C-B8EC-1C84E9788B23}" dt="2026-03-26T05:33:14.191" v="48" actId="20577"/>
          <ac:spMkLst>
            <pc:docMk/>
            <pc:sldMk cId="0" sldId="256"/>
            <ac:spMk id="55" creationId="{00000000-0000-0000-0000-000000000000}"/>
          </ac:spMkLst>
        </pc:spChg>
        <pc:spChg chg="mod">
          <ac:chgData name="Gabriel CAPELL" userId="c7e7f398775b450c" providerId="Windows Live" clId="Web-{2491C3D9-8790-427C-B8EC-1C84E9788B23}" dt="2026-03-26T05:33:47.819" v="75" actId="1076"/>
          <ac:spMkLst>
            <pc:docMk/>
            <pc:sldMk cId="0" sldId="256"/>
            <ac:spMk id="56" creationId="{00000000-0000-0000-0000-000000000000}"/>
          </ac:spMkLst>
        </pc:spChg>
        <pc:spChg chg="mod">
          <ac:chgData name="Gabriel CAPELL" userId="c7e7f398775b450c" providerId="Windows Live" clId="Web-{2491C3D9-8790-427C-B8EC-1C84E9788B23}" dt="2026-03-26T05:33:47.819" v="76" actId="1076"/>
          <ac:spMkLst>
            <pc:docMk/>
            <pc:sldMk cId="0" sldId="256"/>
            <ac:spMk id="57" creationId="{00000000-0000-0000-0000-000000000000}"/>
          </ac:spMkLst>
        </pc:spChg>
      </pc:sldChg>
      <pc:sldChg chg="addSp modSp">
        <pc:chgData name="Gabriel CAPELL" userId="c7e7f398775b450c" providerId="Windows Live" clId="Web-{2491C3D9-8790-427C-B8EC-1C84E9788B23}" dt="2026-03-26T05:45:30.763" v="322" actId="20577"/>
        <pc:sldMkLst>
          <pc:docMk/>
          <pc:sldMk cId="0" sldId="257"/>
        </pc:sldMkLst>
        <pc:spChg chg="mod">
          <ac:chgData name="Gabriel CAPELL" userId="c7e7f398775b450c" providerId="Windows Live" clId="Web-{2491C3D9-8790-427C-B8EC-1C84E9788B23}" dt="2026-03-26T05:45:30.763" v="322" actId="20577"/>
          <ac:spMkLst>
            <pc:docMk/>
            <pc:sldMk cId="0" sldId="257"/>
            <ac:spMk id="63" creationId="{00000000-0000-0000-0000-000000000000}"/>
          </ac:spMkLst>
        </pc:spChg>
        <pc:picChg chg="add mod">
          <ac:chgData name="Gabriel CAPELL" userId="c7e7f398775b450c" providerId="Windows Live" clId="Web-{2491C3D9-8790-427C-B8EC-1C84E9788B23}" dt="2026-03-26T05:45:00.716" v="317" actId="1076"/>
          <ac:picMkLst>
            <pc:docMk/>
            <pc:sldMk cId="0" sldId="257"/>
            <ac:picMk id="2" creationId="{7DDDA65F-3EA1-643C-23EB-6016D6772225}"/>
          </ac:picMkLst>
        </pc:picChg>
        <pc:picChg chg="add mod">
          <ac:chgData name="Gabriel CAPELL" userId="c7e7f398775b450c" providerId="Windows Live" clId="Web-{2491C3D9-8790-427C-B8EC-1C84E9788B23}" dt="2026-03-26T05:45:06.591" v="320" actId="1076"/>
          <ac:picMkLst>
            <pc:docMk/>
            <pc:sldMk cId="0" sldId="257"/>
            <ac:picMk id="3" creationId="{84A17710-0E05-6E78-AB09-2F4C9FE7BF2E}"/>
          </ac:picMkLst>
        </pc:picChg>
        <pc:picChg chg="add mod">
          <ac:chgData name="Gabriel CAPELL" userId="c7e7f398775b450c" providerId="Windows Live" clId="Web-{2491C3D9-8790-427C-B8EC-1C84E9788B23}" dt="2026-03-26T05:45:05.216" v="319" actId="1076"/>
          <ac:picMkLst>
            <pc:docMk/>
            <pc:sldMk cId="0" sldId="257"/>
            <ac:picMk id="4" creationId="{AC1AAB6A-6860-DFCD-AA8B-A85E486D2EAB}"/>
          </ac:picMkLst>
        </pc:picChg>
      </pc:sldChg>
      <pc:sldChg chg="addSp delSp modSp">
        <pc:chgData name="Gabriel CAPELL" userId="c7e7f398775b450c" providerId="Windows Live" clId="Web-{2491C3D9-8790-427C-B8EC-1C84E9788B23}" dt="2026-03-26T06:04:08.002" v="950" actId="20577"/>
        <pc:sldMkLst>
          <pc:docMk/>
          <pc:sldMk cId="0" sldId="258"/>
        </pc:sldMkLst>
        <pc:spChg chg="mod">
          <ac:chgData name="Gabriel CAPELL" userId="c7e7f398775b450c" providerId="Windows Live" clId="Web-{2491C3D9-8790-427C-B8EC-1C84E9788B23}" dt="2026-03-26T06:04:08.002" v="950" actId="20577"/>
          <ac:spMkLst>
            <pc:docMk/>
            <pc:sldMk cId="0" sldId="258"/>
            <ac:spMk id="71" creationId="{00000000-0000-0000-0000-000000000000}"/>
          </ac:spMkLst>
        </pc:spChg>
        <pc:picChg chg="add mod">
          <ac:chgData name="Gabriel CAPELL" userId="c7e7f398775b450c" providerId="Windows Live" clId="Web-{2491C3D9-8790-427C-B8EC-1C84E9788B23}" dt="2026-03-26T06:01:49.747" v="921" actId="1076"/>
          <ac:picMkLst>
            <pc:docMk/>
            <pc:sldMk cId="0" sldId="258"/>
            <ac:picMk id="4" creationId="{43040192-BCF0-E433-9AF1-3FCF248C732C}"/>
          </ac:picMkLst>
        </pc:picChg>
      </pc:sldChg>
      <pc:sldChg chg="addSp modSp">
        <pc:chgData name="Gabriel CAPELL" userId="c7e7f398775b450c" providerId="Windows Live" clId="Web-{2491C3D9-8790-427C-B8EC-1C84E9788B23}" dt="2026-03-26T06:08:15.624" v="1117" actId="20577"/>
        <pc:sldMkLst>
          <pc:docMk/>
          <pc:sldMk cId="0" sldId="259"/>
        </pc:sldMkLst>
        <pc:spChg chg="mod">
          <ac:chgData name="Gabriel CAPELL" userId="c7e7f398775b450c" providerId="Windows Live" clId="Web-{2491C3D9-8790-427C-B8EC-1C84E9788B23}" dt="2026-03-26T06:08:15.624" v="1117" actId="20577"/>
          <ac:spMkLst>
            <pc:docMk/>
            <pc:sldMk cId="0" sldId="259"/>
            <ac:spMk id="79" creationId="{00000000-0000-0000-0000-000000000000}"/>
          </ac:spMkLst>
        </pc:spChg>
        <pc:picChg chg="add mod">
          <ac:chgData name="Gabriel CAPELL" userId="c7e7f398775b450c" providerId="Windows Live" clId="Web-{2491C3D9-8790-427C-B8EC-1C84E9788B23}" dt="2026-03-26T06:06:01.540" v="994" actId="1076"/>
          <ac:picMkLst>
            <pc:docMk/>
            <pc:sldMk cId="0" sldId="259"/>
            <ac:picMk id="2" creationId="{7270E3E3-F249-8543-47CD-59A96B566155}"/>
          </ac:picMkLst>
        </pc:picChg>
        <pc:picChg chg="add mod">
          <ac:chgData name="Gabriel CAPELL" userId="c7e7f398775b450c" providerId="Windows Live" clId="Web-{2491C3D9-8790-427C-B8EC-1C84E9788B23}" dt="2026-03-26T06:06:21.181" v="998" actId="1076"/>
          <ac:picMkLst>
            <pc:docMk/>
            <pc:sldMk cId="0" sldId="259"/>
            <ac:picMk id="3" creationId="{3F96F91D-77B5-4501-7F87-60D2493E8894}"/>
          </ac:picMkLst>
        </pc:picChg>
      </pc:sldChg>
      <pc:sldChg chg="modSp">
        <pc:chgData name="Gabriel CAPELL" userId="c7e7f398775b450c" providerId="Windows Live" clId="Web-{2491C3D9-8790-427C-B8EC-1C84E9788B23}" dt="2026-03-26T06:51:35.761" v="1653" actId="20577"/>
        <pc:sldMkLst>
          <pc:docMk/>
          <pc:sldMk cId="0" sldId="261"/>
        </pc:sldMkLst>
        <pc:spChg chg="mod">
          <ac:chgData name="Gabriel CAPELL" userId="c7e7f398775b450c" providerId="Windows Live" clId="Web-{2491C3D9-8790-427C-B8EC-1C84E9788B23}" dt="2026-03-26T06:51:35.761" v="1653" actId="20577"/>
          <ac:spMkLst>
            <pc:docMk/>
            <pc:sldMk cId="0" sldId="261"/>
            <ac:spMk id="98" creationId="{00000000-0000-0000-0000-000000000000}"/>
          </ac:spMkLst>
        </pc:spChg>
      </pc:sldChg>
      <pc:sldChg chg="modSp add replId">
        <pc:chgData name="Gabriel CAPELL" userId="c7e7f398775b450c" providerId="Windows Live" clId="Web-{2491C3D9-8790-427C-B8EC-1C84E9788B23}" dt="2026-03-26T05:52:27.963" v="623" actId="20577"/>
        <pc:sldMkLst>
          <pc:docMk/>
          <pc:sldMk cId="3444355702" sldId="263"/>
        </pc:sldMkLst>
        <pc:spChg chg="mod">
          <ac:chgData name="Gabriel CAPELL" userId="c7e7f398775b450c" providerId="Windows Live" clId="Web-{2491C3D9-8790-427C-B8EC-1C84E9788B23}" dt="2026-03-26T05:52:27.963" v="623" actId="20577"/>
          <ac:spMkLst>
            <pc:docMk/>
            <pc:sldMk cId="3444355702" sldId="263"/>
            <ac:spMk id="63" creationId="{2D62B676-A617-AD63-9E55-4B9C9B92DD9F}"/>
          </ac:spMkLst>
        </pc:spChg>
      </pc:sldChg>
      <pc:sldChg chg="modSp add replId">
        <pc:chgData name="Gabriel CAPELL" userId="c7e7f398775b450c" providerId="Windows Live" clId="Web-{2491C3D9-8790-427C-B8EC-1C84E9788B23}" dt="2026-03-26T05:56:08.454" v="778" actId="20577"/>
        <pc:sldMkLst>
          <pc:docMk/>
          <pc:sldMk cId="2567995700" sldId="264"/>
        </pc:sldMkLst>
        <pc:spChg chg="mod">
          <ac:chgData name="Gabriel CAPELL" userId="c7e7f398775b450c" providerId="Windows Live" clId="Web-{2491C3D9-8790-427C-B8EC-1C84E9788B23}" dt="2026-03-26T05:56:08.454" v="778" actId="20577"/>
          <ac:spMkLst>
            <pc:docMk/>
            <pc:sldMk cId="2567995700" sldId="264"/>
            <ac:spMk id="63" creationId="{6725F05A-BCCC-CC32-54EC-5CC56B9F16AA}"/>
          </ac:spMkLst>
        </pc:spChg>
      </pc:sldChg>
      <pc:sldChg chg="add replId">
        <pc:chgData name="Gabriel CAPELL" userId="c7e7f398775b450c" providerId="Windows Live" clId="Web-{2491C3D9-8790-427C-B8EC-1C84E9788B23}" dt="2026-03-26T06:00:05.211" v="890"/>
        <pc:sldMkLst>
          <pc:docMk/>
          <pc:sldMk cId="2667397740" sldId="265"/>
        </pc:sldMkLst>
      </pc:sldChg>
      <pc:sldChg chg="addSp delSp modSp add replId">
        <pc:chgData name="Gabriel CAPELL" userId="c7e7f398775b450c" providerId="Windows Live" clId="Web-{2491C3D9-8790-427C-B8EC-1C84E9788B23}" dt="2026-03-26T06:13:32.417" v="1190" actId="14100"/>
        <pc:sldMkLst>
          <pc:docMk/>
          <pc:sldMk cId="700401840" sldId="266"/>
        </pc:sldMkLst>
        <pc:spChg chg="mod">
          <ac:chgData name="Gabriel CAPELL" userId="c7e7f398775b450c" providerId="Windows Live" clId="Web-{2491C3D9-8790-427C-B8EC-1C84E9788B23}" dt="2026-03-26T06:13:30.698" v="1189" actId="20577"/>
          <ac:spMkLst>
            <pc:docMk/>
            <pc:sldMk cId="700401840" sldId="266"/>
            <ac:spMk id="79" creationId="{6116B2F2-03B3-65AE-BC09-0E213A8EFAE2}"/>
          </ac:spMkLst>
        </pc:spChg>
        <pc:picChg chg="add mod">
          <ac:chgData name="Gabriel CAPELL" userId="c7e7f398775b450c" providerId="Windows Live" clId="Web-{2491C3D9-8790-427C-B8EC-1C84E9788B23}" dt="2026-03-26T06:11:41.004" v="1186" actId="1076"/>
          <ac:picMkLst>
            <pc:docMk/>
            <pc:sldMk cId="700401840" sldId="266"/>
            <ac:picMk id="4" creationId="{6A45FE7F-9323-E691-15FC-DEC4E4F7B10A}"/>
          </ac:picMkLst>
        </pc:picChg>
        <pc:picChg chg="add mod">
          <ac:chgData name="Gabriel CAPELL" userId="c7e7f398775b450c" providerId="Windows Live" clId="Web-{2491C3D9-8790-427C-B8EC-1C84E9788B23}" dt="2026-03-26T06:13:32.417" v="1190" actId="14100"/>
          <ac:picMkLst>
            <pc:docMk/>
            <pc:sldMk cId="700401840" sldId="266"/>
            <ac:picMk id="5" creationId="{F15AA181-B347-7ED4-BFEC-8E902DDB65B0}"/>
          </ac:picMkLst>
        </pc:picChg>
      </pc:sldChg>
      <pc:sldChg chg="addSp modSp add replId">
        <pc:chgData name="Gabriel CAPELL" userId="c7e7f398775b450c" providerId="Windows Live" clId="Web-{2491C3D9-8790-427C-B8EC-1C84E9788B23}" dt="2026-03-26T06:28:39.238" v="1245" actId="14100"/>
        <pc:sldMkLst>
          <pc:docMk/>
          <pc:sldMk cId="3567081951" sldId="267"/>
        </pc:sldMkLst>
        <pc:spChg chg="mod">
          <ac:chgData name="Gabriel CAPELL" userId="c7e7f398775b450c" providerId="Windows Live" clId="Web-{2491C3D9-8790-427C-B8EC-1C84E9788B23}" dt="2026-03-26T06:28:33.238" v="1242" actId="20577"/>
          <ac:spMkLst>
            <pc:docMk/>
            <pc:sldMk cId="3567081951" sldId="267"/>
            <ac:spMk id="90" creationId="{3CC6E4DF-B142-036C-4576-B0CD77424066}"/>
          </ac:spMkLst>
        </pc:spChg>
        <pc:picChg chg="mod">
          <ac:chgData name="Gabriel CAPELL" userId="c7e7f398775b450c" providerId="Windows Live" clId="Web-{2491C3D9-8790-427C-B8EC-1C84E9788B23}" dt="2026-03-26T06:28:01.065" v="1230" actId="1076"/>
          <ac:picMkLst>
            <pc:docMk/>
            <pc:sldMk cId="3567081951" sldId="267"/>
            <ac:picMk id="2" creationId="{FDEF069C-FCE1-857A-B91F-6DBB2EDF66D4}"/>
          </ac:picMkLst>
        </pc:picChg>
        <pc:picChg chg="mod">
          <ac:chgData name="Gabriel CAPELL" userId="c7e7f398775b450c" providerId="Windows Live" clId="Web-{2491C3D9-8790-427C-B8EC-1C84E9788B23}" dt="2026-03-26T06:28:04.565" v="1232" actId="1076"/>
          <ac:picMkLst>
            <pc:docMk/>
            <pc:sldMk cId="3567081951" sldId="267"/>
            <ac:picMk id="3" creationId="{59245710-86AF-72FA-A18A-99232AA9FDE4}"/>
          </ac:picMkLst>
        </pc:picChg>
        <pc:picChg chg="mod">
          <ac:chgData name="Gabriel CAPELL" userId="c7e7f398775b450c" providerId="Windows Live" clId="Web-{2491C3D9-8790-427C-B8EC-1C84E9788B23}" dt="2026-03-26T06:28:35.957" v="1243" actId="14100"/>
          <ac:picMkLst>
            <pc:docMk/>
            <pc:sldMk cId="3567081951" sldId="267"/>
            <ac:picMk id="4" creationId="{8E31590E-E8BF-7822-A740-79EEA947F43D}"/>
          </ac:picMkLst>
        </pc:picChg>
        <pc:picChg chg="add mod">
          <ac:chgData name="Gabriel CAPELL" userId="c7e7f398775b450c" providerId="Windows Live" clId="Web-{2491C3D9-8790-427C-B8EC-1C84E9788B23}" dt="2026-03-26T06:28:39.238" v="1245" actId="14100"/>
          <ac:picMkLst>
            <pc:docMk/>
            <pc:sldMk cId="3567081951" sldId="267"/>
            <ac:picMk id="5" creationId="{530E2E55-9237-08EF-F771-8C3EA1BB0DBF}"/>
          </ac:picMkLst>
        </pc:picChg>
      </pc:sldChg>
      <pc:sldChg chg="addSp delSp modSp add replId">
        <pc:chgData name="Gabriel CAPELL" userId="c7e7f398775b450c" providerId="Windows Live" clId="Web-{2491C3D9-8790-427C-B8EC-1C84E9788B23}" dt="2026-03-26T06:33:52.902" v="1294" actId="1076"/>
        <pc:sldMkLst>
          <pc:docMk/>
          <pc:sldMk cId="1371828460" sldId="268"/>
        </pc:sldMkLst>
        <pc:spChg chg="mod">
          <ac:chgData name="Gabriel CAPELL" userId="c7e7f398775b450c" providerId="Windows Live" clId="Web-{2491C3D9-8790-427C-B8EC-1C84E9788B23}" dt="2026-03-26T06:30:51.039" v="1271" actId="20577"/>
          <ac:spMkLst>
            <pc:docMk/>
            <pc:sldMk cId="1371828460" sldId="268"/>
            <ac:spMk id="90" creationId="{D707E77F-2800-3385-F7FB-D2353ACBBD41}"/>
          </ac:spMkLst>
        </pc:spChg>
        <pc:picChg chg="add mod">
          <ac:chgData name="Gabriel CAPELL" userId="c7e7f398775b450c" providerId="Windows Live" clId="Web-{2491C3D9-8790-427C-B8EC-1C84E9788B23}" dt="2026-03-26T06:33:52.902" v="1294" actId="1076"/>
          <ac:picMkLst>
            <pc:docMk/>
            <pc:sldMk cId="1371828460" sldId="268"/>
            <ac:picMk id="8" creationId="{24D4B1E6-525D-04E1-80F2-39DDBF45751D}"/>
          </ac:picMkLst>
        </pc:picChg>
        <pc:picChg chg="add mod">
          <ac:chgData name="Gabriel CAPELL" userId="c7e7f398775b450c" providerId="Windows Live" clId="Web-{2491C3D9-8790-427C-B8EC-1C84E9788B23}" dt="2026-03-26T06:33:42.433" v="1288" actId="1076"/>
          <ac:picMkLst>
            <pc:docMk/>
            <pc:sldMk cId="1371828460" sldId="268"/>
            <ac:picMk id="9" creationId="{AA4B93C7-783F-E094-D57B-38AF86DB26A7}"/>
          </ac:picMkLst>
        </pc:picChg>
        <pc:picChg chg="add mod">
          <ac:chgData name="Gabriel CAPELL" userId="c7e7f398775b450c" providerId="Windows Live" clId="Web-{2491C3D9-8790-427C-B8EC-1C84E9788B23}" dt="2026-03-26T06:33:51.215" v="1293" actId="1076"/>
          <ac:picMkLst>
            <pc:docMk/>
            <pc:sldMk cId="1371828460" sldId="268"/>
            <ac:picMk id="10" creationId="{44D5E4B3-2F64-A8BC-99FC-C623C8130AB6}"/>
          </ac:picMkLst>
        </pc:picChg>
      </pc:sldChg>
      <pc:sldChg chg="addSp delSp modSp add replId">
        <pc:chgData name="Gabriel CAPELL" userId="c7e7f398775b450c" providerId="Windows Live" clId="Web-{2491C3D9-8790-427C-B8EC-1C84E9788B23}" dt="2026-03-26T06:35:28.357" v="1308" actId="1076"/>
        <pc:sldMkLst>
          <pc:docMk/>
          <pc:sldMk cId="555539522" sldId="269"/>
        </pc:sldMkLst>
        <pc:spChg chg="mod">
          <ac:chgData name="Gabriel CAPELL" userId="c7e7f398775b450c" providerId="Windows Live" clId="Web-{2491C3D9-8790-427C-B8EC-1C84E9788B23}" dt="2026-03-26T06:34:49.153" v="1298" actId="20577"/>
          <ac:spMkLst>
            <pc:docMk/>
            <pc:sldMk cId="555539522" sldId="269"/>
            <ac:spMk id="90" creationId="{36BD61C9-B643-C556-DB68-B9A169F81C26}"/>
          </ac:spMkLst>
        </pc:spChg>
        <pc:picChg chg="add mod">
          <ac:chgData name="Gabriel CAPELL" userId="c7e7f398775b450c" providerId="Windows Live" clId="Web-{2491C3D9-8790-427C-B8EC-1C84E9788B23}" dt="2026-03-26T06:35:13.779" v="1305" actId="1076"/>
          <ac:picMkLst>
            <pc:docMk/>
            <pc:sldMk cId="555539522" sldId="269"/>
            <ac:picMk id="2" creationId="{6DB46C4B-C1DF-14A7-0625-C823100FAA08}"/>
          </ac:picMkLst>
        </pc:picChg>
        <pc:picChg chg="add mod">
          <ac:chgData name="Gabriel CAPELL" userId="c7e7f398775b450c" providerId="Windows Live" clId="Web-{2491C3D9-8790-427C-B8EC-1C84E9788B23}" dt="2026-03-26T06:35:28.357" v="1308" actId="1076"/>
          <ac:picMkLst>
            <pc:docMk/>
            <pc:sldMk cId="555539522" sldId="269"/>
            <ac:picMk id="3" creationId="{6E00191C-E63E-D0EA-F772-EE17F37D2DFC}"/>
          </ac:picMkLst>
        </pc:picChg>
      </pc:sldChg>
      <pc:sldChg chg="addSp modSp add replId">
        <pc:chgData name="Gabriel CAPELL" userId="c7e7f398775b450c" providerId="Windows Live" clId="Web-{2491C3D9-8790-427C-B8EC-1C84E9788B23}" dt="2026-03-26T06:47:20.611" v="1492" actId="20577"/>
        <pc:sldMkLst>
          <pc:docMk/>
          <pc:sldMk cId="3916810994" sldId="271"/>
        </pc:sldMkLst>
        <pc:spChg chg="mod">
          <ac:chgData name="Gabriel CAPELL" userId="c7e7f398775b450c" providerId="Windows Live" clId="Web-{2491C3D9-8790-427C-B8EC-1C84E9788B23}" dt="2026-03-26T06:47:20.611" v="1492" actId="20577"/>
          <ac:spMkLst>
            <pc:docMk/>
            <pc:sldMk cId="3916810994" sldId="271"/>
            <ac:spMk id="90" creationId="{C521E4E8-DD39-C277-D722-5024B4370E1F}"/>
          </ac:spMkLst>
        </pc:spChg>
        <pc:picChg chg="add mod">
          <ac:chgData name="Gabriel CAPELL" userId="c7e7f398775b450c" providerId="Windows Live" clId="Web-{2491C3D9-8790-427C-B8EC-1C84E9788B23}" dt="2026-03-26T06:46:37.140" v="1458" actId="14100"/>
          <ac:picMkLst>
            <pc:docMk/>
            <pc:sldMk cId="3916810994" sldId="271"/>
            <ac:picMk id="2" creationId="{88A51919-D422-CABF-9844-4290946CADA2}"/>
          </ac:picMkLst>
        </pc:picChg>
        <pc:picChg chg="add mod">
          <ac:chgData name="Gabriel CAPELL" userId="c7e7f398775b450c" providerId="Windows Live" clId="Web-{2491C3D9-8790-427C-B8EC-1C84E9788B23}" dt="2026-03-26T06:46:48.781" v="1463" actId="14100"/>
          <ac:picMkLst>
            <pc:docMk/>
            <pc:sldMk cId="3916810994" sldId="271"/>
            <ac:picMk id="3" creationId="{D24CFD3D-6B61-94A0-ED46-5ED82740897F}"/>
          </ac:picMkLst>
        </pc:picChg>
        <pc:picChg chg="mod">
          <ac:chgData name="Gabriel CAPELL" userId="c7e7f398775b450c" providerId="Windows Live" clId="Web-{2491C3D9-8790-427C-B8EC-1C84E9788B23}" dt="2026-03-26T06:46:01.482" v="1453" actId="14100"/>
          <ac:picMkLst>
            <pc:docMk/>
            <pc:sldMk cId="3916810994" sldId="271"/>
            <ac:picMk id="4" creationId="{33900D64-4419-1F26-59E1-2CD944776926}"/>
          </ac:picMkLst>
        </pc:picChg>
        <pc:picChg chg="mod">
          <ac:chgData name="Gabriel CAPELL" userId="c7e7f398775b450c" providerId="Windows Live" clId="Web-{2491C3D9-8790-427C-B8EC-1C84E9788B23}" dt="2026-03-26T06:46:13.623" v="1457" actId="1076"/>
          <ac:picMkLst>
            <pc:docMk/>
            <pc:sldMk cId="3916810994" sldId="271"/>
            <ac:picMk id="5" creationId="{84835ADF-54B3-5322-6610-6EEFBF9037B2}"/>
          </ac:picMkLst>
        </pc:picChg>
      </pc:sldChg>
      <pc:sldChg chg="addSp delSp modSp add replId">
        <pc:chgData name="Gabriel CAPELL" userId="c7e7f398775b450c" providerId="Windows Live" clId="Web-{2491C3D9-8790-427C-B8EC-1C84E9788B23}" dt="2026-03-26T06:50:51.166" v="1604" actId="20577"/>
        <pc:sldMkLst>
          <pc:docMk/>
          <pc:sldMk cId="1067162432" sldId="272"/>
        </pc:sldMkLst>
        <pc:spChg chg="mod">
          <ac:chgData name="Gabriel CAPELL" userId="c7e7f398775b450c" providerId="Windows Live" clId="Web-{2491C3D9-8790-427C-B8EC-1C84E9788B23}" dt="2026-03-26T06:50:51.166" v="1604" actId="20577"/>
          <ac:spMkLst>
            <pc:docMk/>
            <pc:sldMk cId="1067162432" sldId="272"/>
            <ac:spMk id="88" creationId="{D5CAABAB-D30C-0873-77ED-61E2C637302E}"/>
          </ac:spMkLst>
        </pc:spChg>
        <pc:spChg chg="mod">
          <ac:chgData name="Gabriel CAPELL" userId="c7e7f398775b450c" providerId="Windows Live" clId="Web-{2491C3D9-8790-427C-B8EC-1C84E9788B23}" dt="2026-03-26T06:50:45.103" v="1601" actId="20577"/>
          <ac:spMkLst>
            <pc:docMk/>
            <pc:sldMk cId="1067162432" sldId="272"/>
            <ac:spMk id="90" creationId="{024B53C8-9699-EEA0-7D48-B8E67E3FAB8A}"/>
          </ac:spMkLst>
        </pc:spChg>
        <pc:picChg chg="add mod">
          <ac:chgData name="Gabriel CAPELL" userId="c7e7f398775b450c" providerId="Windows Live" clId="Web-{2491C3D9-8790-427C-B8EC-1C84E9788B23}" dt="2026-03-26T06:50:46.244" v="1602" actId="1076"/>
          <ac:picMkLst>
            <pc:docMk/>
            <pc:sldMk cId="1067162432" sldId="272"/>
            <ac:picMk id="6" creationId="{EBE9A0C9-FD12-9576-58E3-20BE19BD6980}"/>
          </ac:picMkLst>
        </pc:picChg>
        <pc:picChg chg="add mod">
          <ac:chgData name="Gabriel CAPELL" userId="c7e7f398775b450c" providerId="Windows Live" clId="Web-{2491C3D9-8790-427C-B8EC-1C84E9788B23}" dt="2026-03-26T06:50:47.744" v="1603" actId="1076"/>
          <ac:picMkLst>
            <pc:docMk/>
            <pc:sldMk cId="1067162432" sldId="272"/>
            <ac:picMk id="7" creationId="{EAAFE112-CF1D-AF77-A35A-31CC038228FA}"/>
          </ac:picMkLst>
        </pc:picChg>
      </pc:sldChg>
    </pc:docChg>
  </pc:docChgLst>
  <pc:docChgLst>
    <pc:chgData name="Gabriel CAPELL" userId="c7e7f398775b450c" providerId="Windows Live" clId="Web-{475438C5-C5C9-43DD-AEA7-7B21058EA072}"/>
    <pc:docChg chg="addSld delSld modSld">
      <pc:chgData name="Gabriel CAPELL" userId="c7e7f398775b450c" providerId="Windows Live" clId="Web-{475438C5-C5C9-43DD-AEA7-7B21058EA072}" dt="2026-03-26T13:33:45.668" v="270" actId="20577"/>
      <pc:docMkLst>
        <pc:docMk/>
      </pc:docMkLst>
      <pc:sldChg chg="modSp">
        <pc:chgData name="Gabriel CAPELL" userId="c7e7f398775b450c" providerId="Windows Live" clId="Web-{475438C5-C5C9-43DD-AEA7-7B21058EA072}" dt="2026-03-26T13:14:32.156" v="218" actId="20577"/>
        <pc:sldMkLst>
          <pc:docMk/>
          <pc:sldMk cId="0" sldId="261"/>
        </pc:sldMkLst>
        <pc:spChg chg="mod">
          <ac:chgData name="Gabriel CAPELL" userId="c7e7f398775b450c" providerId="Windows Live" clId="Web-{475438C5-C5C9-43DD-AEA7-7B21058EA072}" dt="2026-03-26T13:14:32.156" v="218" actId="20577"/>
          <ac:spMkLst>
            <pc:docMk/>
            <pc:sldMk cId="0" sldId="261"/>
            <ac:spMk id="98" creationId="{00000000-0000-0000-0000-000000000000}"/>
          </ac:spMkLst>
        </pc:spChg>
      </pc:sldChg>
      <pc:sldChg chg="modSp">
        <pc:chgData name="Gabriel CAPELL" userId="c7e7f398775b450c" providerId="Windows Live" clId="Web-{475438C5-C5C9-43DD-AEA7-7B21058EA072}" dt="2026-03-26T13:06:14.120" v="11" actId="20577"/>
        <pc:sldMkLst>
          <pc:docMk/>
          <pc:sldMk cId="0" sldId="262"/>
        </pc:sldMkLst>
        <pc:spChg chg="mod">
          <ac:chgData name="Gabriel CAPELL" userId="c7e7f398775b450c" providerId="Windows Live" clId="Web-{475438C5-C5C9-43DD-AEA7-7B21058EA072}" dt="2026-03-26T13:06:14.120" v="11" actId="20577"/>
          <ac:spMkLst>
            <pc:docMk/>
            <pc:sldMk cId="0" sldId="262"/>
            <ac:spMk id="106" creationId="{00000000-0000-0000-0000-000000000000}"/>
          </ac:spMkLst>
        </pc:spChg>
      </pc:sldChg>
      <pc:sldChg chg="modSp">
        <pc:chgData name="Gabriel CAPELL" userId="c7e7f398775b450c" providerId="Windows Live" clId="Web-{475438C5-C5C9-43DD-AEA7-7B21058EA072}" dt="2026-03-26T13:17:54.050" v="221" actId="20577"/>
        <pc:sldMkLst>
          <pc:docMk/>
          <pc:sldMk cId="3444355702" sldId="263"/>
        </pc:sldMkLst>
        <pc:spChg chg="mod">
          <ac:chgData name="Gabriel CAPELL" userId="c7e7f398775b450c" providerId="Windows Live" clId="Web-{475438C5-C5C9-43DD-AEA7-7B21058EA072}" dt="2026-03-26T13:17:54.050" v="221" actId="20577"/>
          <ac:spMkLst>
            <pc:docMk/>
            <pc:sldMk cId="3444355702" sldId="263"/>
            <ac:spMk id="63" creationId="{2D62B676-A617-AD63-9E55-4B9C9B92DD9F}"/>
          </ac:spMkLst>
        </pc:spChg>
      </pc:sldChg>
      <pc:sldChg chg="modSp">
        <pc:chgData name="Gabriel CAPELL" userId="c7e7f398775b450c" providerId="Windows Live" clId="Web-{475438C5-C5C9-43DD-AEA7-7B21058EA072}" dt="2026-03-26T13:22:15.255" v="222" actId="20577"/>
        <pc:sldMkLst>
          <pc:docMk/>
          <pc:sldMk cId="700401840" sldId="266"/>
        </pc:sldMkLst>
        <pc:spChg chg="mod">
          <ac:chgData name="Gabriel CAPELL" userId="c7e7f398775b450c" providerId="Windows Live" clId="Web-{475438C5-C5C9-43DD-AEA7-7B21058EA072}" dt="2026-03-26T13:22:15.255" v="222" actId="20577"/>
          <ac:spMkLst>
            <pc:docMk/>
            <pc:sldMk cId="700401840" sldId="266"/>
            <ac:spMk id="79" creationId="{6116B2F2-03B3-65AE-BC09-0E213A8EFAE2}"/>
          </ac:spMkLst>
        </pc:spChg>
      </pc:sldChg>
      <pc:sldChg chg="modSp">
        <pc:chgData name="Gabriel CAPELL" userId="c7e7f398775b450c" providerId="Windows Live" clId="Web-{475438C5-C5C9-43DD-AEA7-7B21058EA072}" dt="2026-03-26T13:23:52.677" v="227" actId="1076"/>
        <pc:sldMkLst>
          <pc:docMk/>
          <pc:sldMk cId="3567081951" sldId="267"/>
        </pc:sldMkLst>
        <pc:picChg chg="mod">
          <ac:chgData name="Gabriel CAPELL" userId="c7e7f398775b450c" providerId="Windows Live" clId="Web-{475438C5-C5C9-43DD-AEA7-7B21058EA072}" dt="2026-03-26T13:23:52.677" v="227" actId="1076"/>
          <ac:picMkLst>
            <pc:docMk/>
            <pc:sldMk cId="3567081951" sldId="267"/>
            <ac:picMk id="2" creationId="{FDEF069C-FCE1-857A-B91F-6DBB2EDF66D4}"/>
          </ac:picMkLst>
        </pc:picChg>
        <pc:picChg chg="mod">
          <ac:chgData name="Gabriel CAPELL" userId="c7e7f398775b450c" providerId="Windows Live" clId="Web-{475438C5-C5C9-43DD-AEA7-7B21058EA072}" dt="2026-03-26T13:23:45.989" v="226" actId="1076"/>
          <ac:picMkLst>
            <pc:docMk/>
            <pc:sldMk cId="3567081951" sldId="267"/>
            <ac:picMk id="3" creationId="{59245710-86AF-72FA-A18A-99232AA9FDE4}"/>
          </ac:picMkLst>
        </pc:picChg>
      </pc:sldChg>
      <pc:sldChg chg="modSp">
        <pc:chgData name="Gabriel CAPELL" userId="c7e7f398775b450c" providerId="Windows Live" clId="Web-{475438C5-C5C9-43DD-AEA7-7B21058EA072}" dt="2026-03-26T13:24:42.193" v="233" actId="1076"/>
        <pc:sldMkLst>
          <pc:docMk/>
          <pc:sldMk cId="1371828460" sldId="268"/>
        </pc:sldMkLst>
        <pc:picChg chg="mod">
          <ac:chgData name="Gabriel CAPELL" userId="c7e7f398775b450c" providerId="Windows Live" clId="Web-{475438C5-C5C9-43DD-AEA7-7B21058EA072}" dt="2026-03-26T13:24:40.646" v="232" actId="1076"/>
          <ac:picMkLst>
            <pc:docMk/>
            <pc:sldMk cId="1371828460" sldId="268"/>
            <ac:picMk id="8" creationId="{24D4B1E6-525D-04E1-80F2-39DDBF45751D}"/>
          </ac:picMkLst>
        </pc:picChg>
        <pc:picChg chg="mod">
          <ac:chgData name="Gabriel CAPELL" userId="c7e7f398775b450c" providerId="Windows Live" clId="Web-{475438C5-C5C9-43DD-AEA7-7B21058EA072}" dt="2026-03-26T13:24:38.521" v="231" actId="1076"/>
          <ac:picMkLst>
            <pc:docMk/>
            <pc:sldMk cId="1371828460" sldId="268"/>
            <ac:picMk id="9" creationId="{AA4B93C7-783F-E094-D57B-38AF86DB26A7}"/>
          </ac:picMkLst>
        </pc:picChg>
        <pc:picChg chg="mod">
          <ac:chgData name="Gabriel CAPELL" userId="c7e7f398775b450c" providerId="Windows Live" clId="Web-{475438C5-C5C9-43DD-AEA7-7B21058EA072}" dt="2026-03-26T13:24:42.193" v="233" actId="1076"/>
          <ac:picMkLst>
            <pc:docMk/>
            <pc:sldMk cId="1371828460" sldId="268"/>
            <ac:picMk id="10" creationId="{44D5E4B3-2F64-A8BC-99FC-C623C8130AB6}"/>
          </ac:picMkLst>
        </pc:picChg>
      </pc:sldChg>
      <pc:sldChg chg="modSp">
        <pc:chgData name="Gabriel CAPELL" userId="c7e7f398775b450c" providerId="Windows Live" clId="Web-{475438C5-C5C9-43DD-AEA7-7B21058EA072}" dt="2026-03-26T13:33:45.668" v="270" actId="20577"/>
        <pc:sldMkLst>
          <pc:docMk/>
          <pc:sldMk cId="1067162432" sldId="272"/>
        </pc:sldMkLst>
        <pc:spChg chg="mod">
          <ac:chgData name="Gabriel CAPELL" userId="c7e7f398775b450c" providerId="Windows Live" clId="Web-{475438C5-C5C9-43DD-AEA7-7B21058EA072}" dt="2026-03-26T13:33:45.668" v="270" actId="20577"/>
          <ac:spMkLst>
            <pc:docMk/>
            <pc:sldMk cId="1067162432" sldId="272"/>
            <ac:spMk id="90" creationId="{024B53C8-9699-EEA0-7D48-B8E67E3FAB8A}"/>
          </ac:spMkLst>
        </pc:spChg>
      </pc:sldChg>
      <pc:sldChg chg="add replId">
        <pc:chgData name="Gabriel CAPELL" userId="c7e7f398775b450c" providerId="Windows Live" clId="Web-{475438C5-C5C9-43DD-AEA7-7B21058EA072}" dt="2026-03-26T13:31:32.259" v="246"/>
        <pc:sldMkLst>
          <pc:docMk/>
          <pc:sldMk cId="1664703645" sldId="273"/>
        </pc:sldMkLst>
      </pc:sldChg>
      <pc:sldChg chg="addSp delSp new">
        <pc:chgData name="Gabriel CAPELL" userId="c7e7f398775b450c" providerId="Windows Live" clId="Web-{475438C5-C5C9-43DD-AEA7-7B21058EA072}" dt="2026-03-26T13:32:04.807" v="253"/>
        <pc:sldMkLst>
          <pc:docMk/>
          <pc:sldMk cId="2505071400" sldId="274"/>
        </pc:sldMkLst>
        <pc:spChg chg="add">
          <ac:chgData name="Gabriel CAPELL" userId="c7e7f398775b450c" providerId="Windows Live" clId="Web-{475438C5-C5C9-43DD-AEA7-7B21058EA072}" dt="2026-03-26T13:31:49.869" v="248"/>
          <ac:spMkLst>
            <pc:docMk/>
            <pc:sldMk cId="2505071400" sldId="274"/>
            <ac:spMk id="5" creationId="{AC1BBD29-58B1-BCCA-BC95-48B408B8A883}"/>
          </ac:spMkLst>
        </pc:spChg>
        <pc:spChg chg="add">
          <ac:chgData name="Gabriel CAPELL" userId="c7e7f398775b450c" providerId="Windows Live" clId="Web-{475438C5-C5C9-43DD-AEA7-7B21058EA072}" dt="2026-03-26T13:31:49.869" v="249"/>
          <ac:spMkLst>
            <pc:docMk/>
            <pc:sldMk cId="2505071400" sldId="274"/>
            <ac:spMk id="7" creationId="{B3D48E3B-169A-454D-E4DB-962296C92C20}"/>
          </ac:spMkLst>
        </pc:spChg>
        <pc:spChg chg="add">
          <ac:chgData name="Gabriel CAPELL" userId="c7e7f398775b450c" providerId="Windows Live" clId="Web-{475438C5-C5C9-43DD-AEA7-7B21058EA072}" dt="2026-03-26T13:32:04.807" v="253"/>
          <ac:spMkLst>
            <pc:docMk/>
            <pc:sldMk cId="2505071400" sldId="274"/>
            <ac:spMk id="11" creationId="{D9C3472C-385C-A7F6-18D8-458DE0183BBA}"/>
          </ac:spMkLst>
        </pc:spChg>
      </pc:sldChg>
    </pc:docChg>
  </pc:docChgLst>
  <pc:docChgLst>
    <pc:chgData name="Gabriel CAPELL" userId="c7e7f398775b450c" providerId="Windows Live" clId="Web-{E6EA74EE-F80F-4A51-9FED-BFA94ED8B8BF}"/>
    <pc:docChg chg="modSld">
      <pc:chgData name="Gabriel CAPELL" userId="c7e7f398775b450c" providerId="Windows Live" clId="Web-{E6EA74EE-F80F-4A51-9FED-BFA94ED8B8BF}" dt="2026-03-31T18:09:14.076" v="318" actId="20577"/>
      <pc:docMkLst>
        <pc:docMk/>
      </pc:docMkLst>
      <pc:sldChg chg="modSp">
        <pc:chgData name="Gabriel CAPELL" userId="c7e7f398775b450c" providerId="Windows Live" clId="Web-{E6EA74EE-F80F-4A51-9FED-BFA94ED8B8BF}" dt="2026-03-31T18:00:50.095" v="203" actId="20577"/>
        <pc:sldMkLst>
          <pc:docMk/>
          <pc:sldMk cId="0" sldId="261"/>
        </pc:sldMkLst>
        <pc:spChg chg="mod">
          <ac:chgData name="Gabriel CAPELL" userId="c7e7f398775b450c" providerId="Windows Live" clId="Web-{E6EA74EE-F80F-4A51-9FED-BFA94ED8B8BF}" dt="2026-03-31T18:00:50.095" v="203" actId="20577"/>
          <ac:spMkLst>
            <pc:docMk/>
            <pc:sldMk cId="0" sldId="261"/>
            <ac:spMk id="98" creationId="{00000000-0000-0000-0000-000000000000}"/>
          </ac:spMkLst>
        </pc:spChg>
      </pc:sldChg>
      <pc:sldChg chg="modSp">
        <pc:chgData name="Gabriel CAPELL" userId="c7e7f398775b450c" providerId="Windows Live" clId="Web-{E6EA74EE-F80F-4A51-9FED-BFA94ED8B8BF}" dt="2026-03-31T17:56:40.426" v="37" actId="20577"/>
        <pc:sldMkLst>
          <pc:docMk/>
          <pc:sldMk cId="0" sldId="262"/>
        </pc:sldMkLst>
        <pc:spChg chg="mod">
          <ac:chgData name="Gabriel CAPELL" userId="c7e7f398775b450c" providerId="Windows Live" clId="Web-{E6EA74EE-F80F-4A51-9FED-BFA94ED8B8BF}" dt="2026-03-31T17:56:40.426" v="37" actId="20577"/>
          <ac:spMkLst>
            <pc:docMk/>
            <pc:sldMk cId="0" sldId="262"/>
            <ac:spMk id="106" creationId="{00000000-0000-0000-0000-000000000000}"/>
          </ac:spMkLst>
        </pc:spChg>
      </pc:sldChg>
      <pc:sldChg chg="addSp delSp modSp">
        <pc:chgData name="Gabriel CAPELL" userId="c7e7f398775b450c" providerId="Windows Live" clId="Web-{E6EA74EE-F80F-4A51-9FED-BFA94ED8B8BF}" dt="2026-03-31T18:09:14.076" v="318" actId="20577"/>
        <pc:sldMkLst>
          <pc:docMk/>
          <pc:sldMk cId="3567081951" sldId="267"/>
        </pc:sldMkLst>
        <pc:spChg chg="add del mod">
          <ac:chgData name="Gabriel CAPELL" userId="c7e7f398775b450c" providerId="Windows Live" clId="Web-{E6EA74EE-F80F-4A51-9FED-BFA94ED8B8BF}" dt="2026-03-31T18:08:59.480" v="308"/>
          <ac:spMkLst>
            <pc:docMk/>
            <pc:sldMk cId="3567081951" sldId="267"/>
            <ac:spMk id="6" creationId="{B8FCE3FF-095D-9F41-EB25-384FE2DF8AEA}"/>
          </ac:spMkLst>
        </pc:spChg>
        <pc:spChg chg="add mod">
          <ac:chgData name="Gabriel CAPELL" userId="c7e7f398775b450c" providerId="Windows Live" clId="Web-{E6EA74EE-F80F-4A51-9FED-BFA94ED8B8BF}" dt="2026-03-31T18:09:14.076" v="318" actId="20577"/>
          <ac:spMkLst>
            <pc:docMk/>
            <pc:sldMk cId="3567081951" sldId="267"/>
            <ac:spMk id="8" creationId="{6D347B36-DC0C-F089-F10F-729E8863C98F}"/>
          </ac:spMkLst>
        </pc:spChg>
      </pc:sldChg>
      <pc:sldChg chg="addSp delSp modSp">
        <pc:chgData name="Gabriel CAPELL" userId="c7e7f398775b450c" providerId="Windows Live" clId="Web-{E6EA74EE-F80F-4A51-9FED-BFA94ED8B8BF}" dt="2026-03-31T18:07:09.857" v="282" actId="1076"/>
        <pc:sldMkLst>
          <pc:docMk/>
          <pc:sldMk cId="2505071400" sldId="274"/>
        </pc:sldMkLst>
        <pc:spChg chg="add del mod">
          <ac:chgData name="Gabriel CAPELL" userId="c7e7f398775b450c" providerId="Windows Live" clId="Web-{E6EA74EE-F80F-4A51-9FED-BFA94ED8B8BF}" dt="2026-03-31T18:02:23.411" v="207"/>
          <ac:spMkLst>
            <pc:docMk/>
            <pc:sldMk cId="2505071400" sldId="274"/>
            <ac:spMk id="3" creationId="{319C0379-1F34-A039-235D-6E1DD0687D46}"/>
          </ac:spMkLst>
        </pc:spChg>
        <pc:spChg chg="add del mod">
          <ac:chgData name="Gabriel CAPELL" userId="c7e7f398775b450c" providerId="Windows Live" clId="Web-{E6EA74EE-F80F-4A51-9FED-BFA94ED8B8BF}" dt="2026-03-31T18:02:30.552" v="211"/>
          <ac:spMkLst>
            <pc:docMk/>
            <pc:sldMk cId="2505071400" sldId="274"/>
            <ac:spMk id="4" creationId="{7D0EE246-0AAB-E31F-216A-FD36568D8D87}"/>
          </ac:spMkLst>
        </pc:spChg>
        <pc:spChg chg="add mod">
          <ac:chgData name="Gabriel CAPELL" userId="c7e7f398775b450c" providerId="Windows Live" clId="Web-{E6EA74EE-F80F-4A51-9FED-BFA94ED8B8BF}" dt="2026-03-31T18:06:54.856" v="274" actId="20577"/>
          <ac:spMkLst>
            <pc:docMk/>
            <pc:sldMk cId="2505071400" sldId="274"/>
            <ac:spMk id="8" creationId="{BE05172F-916C-45B9-071E-ED293EFF05DA}"/>
          </ac:spMkLst>
        </pc:spChg>
        <pc:picChg chg="add mod">
          <ac:chgData name="Gabriel CAPELL" userId="c7e7f398775b450c" providerId="Windows Live" clId="Web-{E6EA74EE-F80F-4A51-9FED-BFA94ED8B8BF}" dt="2026-03-31T18:07:09.857" v="282" actId="1076"/>
          <ac:picMkLst>
            <pc:docMk/>
            <pc:sldMk cId="2505071400" sldId="274"/>
            <ac:picMk id="9" creationId="{7209661B-9C33-7539-9400-6290194A7F2C}"/>
          </ac:picMkLst>
        </pc:picChg>
        <pc:picChg chg="add mod">
          <ac:chgData name="Gabriel CAPELL" userId="c7e7f398775b450c" providerId="Windows Live" clId="Web-{E6EA74EE-F80F-4A51-9FED-BFA94ED8B8BF}" dt="2026-03-31T18:06:59.435" v="277" actId="1076"/>
          <ac:picMkLst>
            <pc:docMk/>
            <pc:sldMk cId="2505071400" sldId="274"/>
            <ac:picMk id="10" creationId="{9566A9C6-88CB-4462-0A5F-44AD0B452477}"/>
          </ac:picMkLst>
        </pc:picChg>
        <pc:picChg chg="add mod">
          <ac:chgData name="Gabriel CAPELL" userId="c7e7f398775b450c" providerId="Windows Live" clId="Web-{E6EA74EE-F80F-4A51-9FED-BFA94ED8B8BF}" dt="2026-03-31T18:07:01.278" v="278" actId="1076"/>
          <ac:picMkLst>
            <pc:docMk/>
            <pc:sldMk cId="2505071400" sldId="274"/>
            <ac:picMk id="12" creationId="{5A050F28-FD42-BCDF-3EE9-7C8284F9CB4A}"/>
          </ac:picMkLst>
        </pc:picChg>
      </pc:sldChg>
    </pc:docChg>
  </pc:docChgLst>
  <pc:docChgLst>
    <pc:chgData name="Gabriel CAPELL" userId="c7e7f398775b450c" providerId="Windows Live" clId="Web-{E9A571EA-4F02-4A0A-AF05-EE8033B48408}"/>
    <pc:docChg chg="modSld">
      <pc:chgData name="Gabriel CAPELL" userId="c7e7f398775b450c" providerId="Windows Live" clId="Web-{E9A571EA-4F02-4A0A-AF05-EE8033B48408}" dt="2026-03-19T13:39:36.004" v="2" actId="20577"/>
      <pc:docMkLst>
        <pc:docMk/>
      </pc:docMkLst>
      <pc:sldChg chg="modSp">
        <pc:chgData name="Gabriel CAPELL" userId="c7e7f398775b450c" providerId="Windows Live" clId="Web-{E9A571EA-4F02-4A0A-AF05-EE8033B48408}" dt="2026-03-19T13:39:31.738" v="1" actId="20577"/>
        <pc:sldMkLst>
          <pc:docMk/>
          <pc:sldMk cId="0" sldId="258"/>
        </pc:sldMkLst>
        <pc:spChg chg="mod">
          <ac:chgData name="Gabriel CAPELL" userId="c7e7f398775b450c" providerId="Windows Live" clId="Web-{E9A571EA-4F02-4A0A-AF05-EE8033B48408}" dt="2026-03-19T13:39:31.738" v="1" actId="20577"/>
          <ac:spMkLst>
            <pc:docMk/>
            <pc:sldMk cId="0" sldId="258"/>
            <ac:spMk id="71" creationId="{00000000-0000-0000-0000-000000000000}"/>
          </ac:spMkLst>
        </pc:spChg>
      </pc:sldChg>
      <pc:sldChg chg="modSp">
        <pc:chgData name="Gabriel CAPELL" userId="c7e7f398775b450c" providerId="Windows Live" clId="Web-{E9A571EA-4F02-4A0A-AF05-EE8033B48408}" dt="2026-03-19T13:39:36.004" v="2" actId="20577"/>
        <pc:sldMkLst>
          <pc:docMk/>
          <pc:sldMk cId="0" sldId="259"/>
        </pc:sldMkLst>
        <pc:spChg chg="mod">
          <ac:chgData name="Gabriel CAPELL" userId="c7e7f398775b450c" providerId="Windows Live" clId="Web-{E9A571EA-4F02-4A0A-AF05-EE8033B48408}" dt="2026-03-19T13:39:36.004" v="2" actId="20577"/>
          <ac:spMkLst>
            <pc:docMk/>
            <pc:sldMk cId="0" sldId="259"/>
            <ac:spMk id="7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A3F0C7C1-E9A5-BB65-9D2C-1B13B96A9EDE}"/>
            </a:ext>
          </a:extLst>
        </p:cNvPr>
        <p:cNvGrpSpPr/>
        <p:nvPr/>
      </p:nvGrpSpPr>
      <p:grpSpPr>
        <a:xfrm>
          <a:off x="0" y="0"/>
          <a:ext cx="0" cy="0"/>
          <a:chOff x="0" y="0"/>
          <a:chExt cx="0" cy="0"/>
        </a:xfrm>
      </p:grpSpPr>
      <p:sp>
        <p:nvSpPr>
          <p:cNvPr id="60" name="Google Shape;60;p4:notes">
            <a:extLst>
              <a:ext uri="{FF2B5EF4-FFF2-40B4-BE49-F238E27FC236}">
                <a16:creationId xmlns:a16="http://schemas.microsoft.com/office/drawing/2014/main" id="{328F3990-3A39-CADF-1E07-690D0E9947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4:notes">
            <a:extLst>
              <a:ext uri="{FF2B5EF4-FFF2-40B4-BE49-F238E27FC236}">
                <a16:creationId xmlns:a16="http://schemas.microsoft.com/office/drawing/2014/main" id="{1708FC7E-2352-1903-25C7-441B87AA509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80268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13F586F5-AB8F-16F3-683F-FD3F5FEF397C}"/>
            </a:ext>
          </a:extLst>
        </p:cNvPr>
        <p:cNvGrpSpPr/>
        <p:nvPr/>
      </p:nvGrpSpPr>
      <p:grpSpPr>
        <a:xfrm>
          <a:off x="0" y="0"/>
          <a:ext cx="0" cy="0"/>
          <a:chOff x="0" y="0"/>
          <a:chExt cx="0" cy="0"/>
        </a:xfrm>
      </p:grpSpPr>
      <p:sp>
        <p:nvSpPr>
          <p:cNvPr id="60" name="Google Shape;60;p4:notes">
            <a:extLst>
              <a:ext uri="{FF2B5EF4-FFF2-40B4-BE49-F238E27FC236}">
                <a16:creationId xmlns:a16="http://schemas.microsoft.com/office/drawing/2014/main" id="{6F46F164-7E50-ACBB-EFDE-E9999AE9AF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4:notes">
            <a:extLst>
              <a:ext uri="{FF2B5EF4-FFF2-40B4-BE49-F238E27FC236}">
                <a16:creationId xmlns:a16="http://schemas.microsoft.com/office/drawing/2014/main" id="{319FC035-1222-E42F-048C-16BA87E5389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51126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a:extLst>
            <a:ext uri="{FF2B5EF4-FFF2-40B4-BE49-F238E27FC236}">
              <a16:creationId xmlns:a16="http://schemas.microsoft.com/office/drawing/2014/main" id="{E0B423BF-CD55-1913-10ED-FBBBDF0A980D}"/>
            </a:ext>
          </a:extLst>
        </p:cNvPr>
        <p:cNvGrpSpPr/>
        <p:nvPr/>
      </p:nvGrpSpPr>
      <p:grpSpPr>
        <a:xfrm>
          <a:off x="0" y="0"/>
          <a:ext cx="0" cy="0"/>
          <a:chOff x="0" y="0"/>
          <a:chExt cx="0" cy="0"/>
        </a:xfrm>
      </p:grpSpPr>
      <p:sp>
        <p:nvSpPr>
          <p:cNvPr id="68" name="Google Shape;68;p5:notes">
            <a:extLst>
              <a:ext uri="{FF2B5EF4-FFF2-40B4-BE49-F238E27FC236}">
                <a16:creationId xmlns:a16="http://schemas.microsoft.com/office/drawing/2014/main" id="{2B65A23A-ABFA-C5F5-6100-C03200F772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p5:notes">
            <a:extLst>
              <a:ext uri="{FF2B5EF4-FFF2-40B4-BE49-F238E27FC236}">
                <a16:creationId xmlns:a16="http://schemas.microsoft.com/office/drawing/2014/main" id="{1FCEAB83-9075-62A3-CCC6-5F8FBEE15E2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30076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BE6DC7AA-16FF-3168-C81A-4A41B82AED23}"/>
            </a:ext>
          </a:extLst>
        </p:cNvPr>
        <p:cNvGrpSpPr/>
        <p:nvPr/>
      </p:nvGrpSpPr>
      <p:grpSpPr>
        <a:xfrm>
          <a:off x="0" y="0"/>
          <a:ext cx="0" cy="0"/>
          <a:chOff x="0" y="0"/>
          <a:chExt cx="0" cy="0"/>
        </a:xfrm>
      </p:grpSpPr>
      <p:sp>
        <p:nvSpPr>
          <p:cNvPr id="76" name="Google Shape;76;p6:notes">
            <a:extLst>
              <a:ext uri="{FF2B5EF4-FFF2-40B4-BE49-F238E27FC236}">
                <a16:creationId xmlns:a16="http://schemas.microsoft.com/office/drawing/2014/main" id="{25640F57-68A6-F5AC-E22A-2694EA24A5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p6:notes">
            <a:extLst>
              <a:ext uri="{FF2B5EF4-FFF2-40B4-BE49-F238E27FC236}">
                <a16:creationId xmlns:a16="http://schemas.microsoft.com/office/drawing/2014/main" id="{EFC6404F-0502-09A2-35CA-5B35B31F421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857855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E8050691-31E5-DA59-F125-9C92E6253434}"/>
            </a:ext>
          </a:extLst>
        </p:cNvPr>
        <p:cNvGrpSpPr/>
        <p:nvPr/>
      </p:nvGrpSpPr>
      <p:grpSpPr>
        <a:xfrm>
          <a:off x="0" y="0"/>
          <a:ext cx="0" cy="0"/>
          <a:chOff x="0" y="0"/>
          <a:chExt cx="0" cy="0"/>
        </a:xfrm>
      </p:grpSpPr>
      <p:sp>
        <p:nvSpPr>
          <p:cNvPr id="76" name="Google Shape;76;p6:notes">
            <a:extLst>
              <a:ext uri="{FF2B5EF4-FFF2-40B4-BE49-F238E27FC236}">
                <a16:creationId xmlns:a16="http://schemas.microsoft.com/office/drawing/2014/main" id="{4E8DD9E2-041C-229E-4BFD-A30C9A0D34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p6:notes">
            <a:extLst>
              <a:ext uri="{FF2B5EF4-FFF2-40B4-BE49-F238E27FC236}">
                <a16:creationId xmlns:a16="http://schemas.microsoft.com/office/drawing/2014/main" id="{8D3281DB-F869-996A-B6EF-31917944DF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058732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2249AFF8-5327-B74E-72C2-8DE575A2C196}"/>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4D9C84D9-7706-F099-FBDB-E37BF00F3D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a:extLst>
              <a:ext uri="{FF2B5EF4-FFF2-40B4-BE49-F238E27FC236}">
                <a16:creationId xmlns:a16="http://schemas.microsoft.com/office/drawing/2014/main" id="{D7EA8CF0-8E8F-03EC-B8ED-356C7534D3B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77525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13338826-39EC-7D32-A4EF-2827EC8D6223}"/>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295EC1DD-9947-E8F5-D10D-4DA734AE29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a:extLst>
              <a:ext uri="{FF2B5EF4-FFF2-40B4-BE49-F238E27FC236}">
                <a16:creationId xmlns:a16="http://schemas.microsoft.com/office/drawing/2014/main" id="{7C78B85D-8B4B-96E3-0F25-263B063E4E7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821885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0B4391D3-587E-4B16-8F8E-529036B637D8}"/>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10DC9444-3455-6CB4-6AAB-9AA999D934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a:extLst>
              <a:ext uri="{FF2B5EF4-FFF2-40B4-BE49-F238E27FC236}">
                <a16:creationId xmlns:a16="http://schemas.microsoft.com/office/drawing/2014/main" id="{324B9A51-34B4-05AA-2878-FA1C3F9BDEF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022902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15DE2D6E-334C-9F94-49D7-E7D9B5454FB1}"/>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5320773E-1A09-E137-710A-4C097D7A5F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a:extLst>
              <a:ext uri="{FF2B5EF4-FFF2-40B4-BE49-F238E27FC236}">
                <a16:creationId xmlns:a16="http://schemas.microsoft.com/office/drawing/2014/main" id="{22CC3EB7-67D5-5FEF-7839-B2307659D17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700002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BCFC8AF1-3309-10B1-B4A6-59AED5E510F1}"/>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B1C36560-6B1D-99B5-831E-16858515A0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a:extLst>
              <a:ext uri="{FF2B5EF4-FFF2-40B4-BE49-F238E27FC236}">
                <a16:creationId xmlns:a16="http://schemas.microsoft.com/office/drawing/2014/main" id="{B543F5AA-1A34-20C9-D46B-53A74921BAE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138656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13f9e8f156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g13f9e8f156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3f9e8f1567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13f9e8f1567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0"/>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0"/>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1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12"/>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13"/>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13"/>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15"/>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15"/>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16"/>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7"/>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7"/>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7"/>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7"/>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8"/>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9"/>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9"/>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p:nvPr/>
        </p:nvSpPr>
        <p:spPr>
          <a:xfrm>
            <a:off x="0" y="0"/>
            <a:ext cx="9144000" cy="5143500"/>
          </a:xfrm>
          <a:prstGeom prst="rect">
            <a:avLst/>
          </a:prstGeom>
          <a:solidFill>
            <a:srgbClr val="004D4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1"/>
          <p:cNvSpPr txBox="1"/>
          <p:nvPr/>
        </p:nvSpPr>
        <p:spPr>
          <a:xfrm>
            <a:off x="652150" y="1851250"/>
            <a:ext cx="7983300" cy="894000"/>
          </a:xfrm>
          <a:prstGeom prst="rect">
            <a:avLst/>
          </a:prstGeom>
          <a:noFill/>
          <a:ln>
            <a:noFill/>
          </a:ln>
        </p:spPr>
        <p:txBody>
          <a:bodyPr spcFirstLastPara="1" wrap="square" lIns="91425" tIns="91425" rIns="91425" bIns="91425" anchor="b" anchorCtr="0">
            <a:normAutofit fontScale="55000" lnSpcReduction="20000"/>
          </a:bodyPr>
          <a:lstStyle/>
          <a:p>
            <a:pPr algn="ctr"/>
            <a:r>
              <a:rPr lang="fr" sz="5200">
                <a:solidFill>
                  <a:srgbClr val="F3F3F3"/>
                </a:solidFill>
                <a:latin typeface="Montserrat"/>
                <a:sym typeface="Montserrat"/>
              </a:rPr>
              <a:t>Optimisez la gestion des données d'une boutique avec Python</a:t>
            </a:r>
            <a:endParaRPr lang="fr-FR"/>
          </a:p>
        </p:txBody>
      </p:sp>
      <p:sp>
        <p:nvSpPr>
          <p:cNvPr id="56" name="Google Shape;56;p1"/>
          <p:cNvSpPr txBox="1"/>
          <p:nvPr/>
        </p:nvSpPr>
        <p:spPr>
          <a:xfrm>
            <a:off x="4968964" y="3892114"/>
            <a:ext cx="3807680" cy="534150"/>
          </a:xfrm>
          <a:prstGeom prst="rect">
            <a:avLst/>
          </a:prstGeom>
          <a:noFill/>
          <a:ln>
            <a:noFill/>
          </a:ln>
        </p:spPr>
        <p:txBody>
          <a:bodyPr spcFirstLastPara="1" wrap="square" lIns="91425" tIns="91425" rIns="91425" bIns="91425" anchor="t" anchorCtr="0">
            <a:normAutofit fontScale="92500" lnSpcReduction="20000"/>
          </a:bodyPr>
          <a:lstStyle/>
          <a:p>
            <a:pPr algn="ctr"/>
            <a:r>
              <a:rPr lang="fr" sz="2800">
                <a:solidFill>
                  <a:schemeClr val="lt1"/>
                </a:solidFill>
                <a:latin typeface="Montserrat"/>
                <a:sym typeface="Montserrat"/>
              </a:rPr>
              <a:t>Gabriel CAPELL</a:t>
            </a:r>
            <a:endParaRPr lang="fr-FR">
              <a:solidFill>
                <a:schemeClr val="lt1"/>
              </a:solidFill>
            </a:endParaRPr>
          </a:p>
        </p:txBody>
      </p:sp>
      <p:sp>
        <p:nvSpPr>
          <p:cNvPr id="57" name="Google Shape;57;p1"/>
          <p:cNvSpPr txBox="1"/>
          <p:nvPr/>
        </p:nvSpPr>
        <p:spPr>
          <a:xfrm>
            <a:off x="4968964" y="4285069"/>
            <a:ext cx="3807680" cy="534150"/>
          </a:xfrm>
          <a:prstGeom prst="rect">
            <a:avLst/>
          </a:prstGeom>
          <a:noFill/>
          <a:ln>
            <a:noFill/>
          </a:ln>
        </p:spPr>
        <p:txBody>
          <a:bodyPr spcFirstLastPara="1" wrap="square" lIns="91425" tIns="91425" rIns="91425" bIns="91425" anchor="t" anchorCtr="0">
            <a:normAutofit fontScale="92500" lnSpcReduction="20000"/>
          </a:bodyPr>
          <a:lstStyle/>
          <a:p>
            <a:pPr algn="ctr"/>
            <a:r>
              <a:rPr lang="fr" sz="2800">
                <a:solidFill>
                  <a:schemeClr val="lt1"/>
                </a:solidFill>
                <a:latin typeface="Montserrat"/>
                <a:sym typeface="Montserrat"/>
              </a:rPr>
              <a:t>Data </a:t>
            </a:r>
            <a:r>
              <a:rPr lang="fr" sz="2800" err="1">
                <a:solidFill>
                  <a:schemeClr val="lt1"/>
                </a:solidFill>
                <a:latin typeface="Montserrat"/>
                <a:sym typeface="Montserrat"/>
              </a:rPr>
              <a:t>Analyst</a:t>
            </a:r>
            <a:endParaRPr lang="fr-FR" err="1">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4"/>
          <p:cNvSpPr txBox="1">
            <a:spLocks noGrp="1"/>
          </p:cNvSpPr>
          <p:nvPr>
            <p:ph type="body" idx="1"/>
          </p:nvPr>
        </p:nvSpPr>
        <p:spPr>
          <a:xfrm>
            <a:off x="106081" y="1558263"/>
            <a:ext cx="8995235" cy="3416400"/>
          </a:xfrm>
          <a:prstGeom prst="rect">
            <a:avLst/>
          </a:prstGeom>
          <a:noFill/>
          <a:ln>
            <a:noFill/>
          </a:ln>
        </p:spPr>
        <p:txBody>
          <a:bodyPr spcFirstLastPara="1" wrap="square" lIns="91425" tIns="91425" rIns="91425" bIns="91425" anchor="t" anchorCtr="0">
            <a:normAutofit/>
          </a:bodyPr>
          <a:lstStyle/>
          <a:p>
            <a:pPr>
              <a:buClr>
                <a:srgbClr val="999999"/>
              </a:buClr>
              <a:buFont typeface="Montserrat"/>
              <a:buChar char="●"/>
            </a:pPr>
            <a:r>
              <a:rPr lang="fr" sz="1200" b="1" i="1" err="1">
                <a:solidFill>
                  <a:srgbClr val="999999"/>
                </a:solidFill>
                <a:latin typeface="Montserrat"/>
                <a:ea typeface="Montserrat"/>
                <a:cs typeface="Montserrat"/>
                <a:sym typeface="Montserrat"/>
              </a:rPr>
              <a:t>df_erp</a:t>
            </a:r>
            <a:r>
              <a:rPr lang="fr" sz="1200" b="1" i="1">
                <a:solidFill>
                  <a:srgbClr val="999999"/>
                </a:solidFill>
                <a:latin typeface="Montserrat"/>
                <a:ea typeface="Montserrat"/>
                <a:cs typeface="Montserrat"/>
                <a:sym typeface="Montserrat"/>
              </a:rPr>
              <a:t> </a:t>
            </a:r>
            <a:r>
              <a:rPr lang="fr" sz="1200" i="1">
                <a:solidFill>
                  <a:srgbClr val="999999"/>
                </a:solidFill>
                <a:latin typeface="Montserrat"/>
                <a:ea typeface="Montserrat"/>
                <a:cs typeface="Montserrat"/>
                <a:sym typeface="Montserrat"/>
              </a:rPr>
              <a:t>: Enterprise Ressource Planning</a:t>
            </a:r>
            <a:endParaRPr lang="fr-FR" sz="1200" i="1">
              <a:solidFill>
                <a:srgbClr val="999999"/>
              </a:solidFill>
              <a:latin typeface="Montserrat"/>
              <a:ea typeface="Montserrat"/>
              <a:cs typeface="Montserrat"/>
            </a:endParaRPr>
          </a:p>
          <a:p>
            <a:pPr>
              <a:buClr>
                <a:srgbClr val="999999"/>
              </a:buClr>
              <a:buFont typeface="Montserrat"/>
              <a:buChar char="●"/>
            </a:pPr>
            <a:r>
              <a:rPr lang="fr" sz="1200" i="1">
                <a:solidFill>
                  <a:srgbClr val="999999"/>
                </a:solidFill>
                <a:latin typeface="Montserrat"/>
                <a:ea typeface="Montserrat"/>
                <a:cs typeface="Montserrat"/>
                <a:sym typeface="Montserrat"/>
              </a:rPr>
              <a:t>Contient 6 colonnes – </a:t>
            </a:r>
            <a:r>
              <a:rPr lang="fr" sz="1100" i="1" err="1">
                <a:solidFill>
                  <a:srgbClr val="999999"/>
                </a:solidFill>
                <a:latin typeface="Montserrat"/>
                <a:ea typeface="Montserrat"/>
                <a:cs typeface="Montserrat"/>
                <a:sym typeface="Montserrat"/>
              </a:rPr>
              <a:t>product_id</a:t>
            </a:r>
            <a:r>
              <a:rPr lang="fr" sz="1100" i="1">
                <a:solidFill>
                  <a:srgbClr val="999999"/>
                </a:solidFill>
                <a:latin typeface="Montserrat"/>
                <a:ea typeface="Montserrat"/>
                <a:cs typeface="Montserrat"/>
                <a:sym typeface="Montserrat"/>
              </a:rPr>
              <a:t>, </a:t>
            </a:r>
            <a:r>
              <a:rPr lang="fr" sz="1100" i="1" err="1">
                <a:solidFill>
                  <a:srgbClr val="999999"/>
                </a:solidFill>
                <a:latin typeface="Montserrat"/>
                <a:ea typeface="Montserrat"/>
                <a:cs typeface="Montserrat"/>
                <a:sym typeface="Montserrat"/>
              </a:rPr>
              <a:t>onsale_web</a:t>
            </a:r>
            <a:r>
              <a:rPr lang="fr" sz="1100" i="1">
                <a:solidFill>
                  <a:srgbClr val="999999"/>
                </a:solidFill>
                <a:latin typeface="Montserrat"/>
                <a:ea typeface="Montserrat"/>
                <a:cs typeface="Montserrat"/>
                <a:sym typeface="Montserrat"/>
              </a:rPr>
              <a:t>, </a:t>
            </a:r>
            <a:r>
              <a:rPr lang="fr" sz="1100" i="1" err="1">
                <a:solidFill>
                  <a:srgbClr val="999999"/>
                </a:solidFill>
                <a:latin typeface="Montserrat"/>
                <a:ea typeface="Montserrat"/>
                <a:cs typeface="Montserrat"/>
                <a:sym typeface="Montserrat"/>
              </a:rPr>
              <a:t>price</a:t>
            </a:r>
            <a:r>
              <a:rPr lang="fr" sz="1100" i="1">
                <a:solidFill>
                  <a:srgbClr val="999999"/>
                </a:solidFill>
                <a:latin typeface="Montserrat"/>
                <a:ea typeface="Montserrat"/>
                <a:cs typeface="Montserrat"/>
                <a:sym typeface="Montserrat"/>
              </a:rPr>
              <a:t>, </a:t>
            </a:r>
            <a:r>
              <a:rPr lang="fr" sz="1100" i="1" err="1">
                <a:solidFill>
                  <a:srgbClr val="999999"/>
                </a:solidFill>
                <a:latin typeface="Montserrat"/>
                <a:ea typeface="Montserrat"/>
                <a:cs typeface="Montserrat"/>
                <a:sym typeface="Montserrat"/>
              </a:rPr>
              <a:t>stock_quantity</a:t>
            </a:r>
            <a:r>
              <a:rPr lang="fr" sz="1100" i="1">
                <a:solidFill>
                  <a:srgbClr val="999999"/>
                </a:solidFill>
                <a:latin typeface="Montserrat"/>
                <a:ea typeface="Montserrat"/>
                <a:cs typeface="Montserrat"/>
                <a:sym typeface="Montserrat"/>
              </a:rPr>
              <a:t>, </a:t>
            </a:r>
            <a:r>
              <a:rPr lang="fr" sz="1100" i="1" err="1">
                <a:solidFill>
                  <a:srgbClr val="999999"/>
                </a:solidFill>
                <a:latin typeface="Montserrat"/>
                <a:ea typeface="Montserrat"/>
                <a:cs typeface="Montserrat"/>
                <a:sym typeface="Montserrat"/>
              </a:rPr>
              <a:t>stock_status</a:t>
            </a:r>
            <a:r>
              <a:rPr lang="fr" sz="1100" i="1">
                <a:solidFill>
                  <a:srgbClr val="999999"/>
                </a:solidFill>
                <a:latin typeface="Montserrat"/>
                <a:ea typeface="Montserrat"/>
                <a:cs typeface="Montserrat"/>
                <a:sym typeface="Montserrat"/>
              </a:rPr>
              <a:t>, </a:t>
            </a:r>
            <a:r>
              <a:rPr lang="fr" sz="1100" i="1" err="1">
                <a:solidFill>
                  <a:srgbClr val="999999"/>
                </a:solidFill>
                <a:latin typeface="Montserrat"/>
                <a:ea typeface="Montserrat"/>
                <a:cs typeface="Montserrat"/>
                <a:sym typeface="Montserrat"/>
              </a:rPr>
              <a:t>purchase_price</a:t>
            </a:r>
            <a:endParaRPr sz="1100" i="1" err="1">
              <a:solidFill>
                <a:srgbClr val="999999"/>
              </a:solidFill>
              <a:latin typeface="Montserrat"/>
              <a:ea typeface="Montserrat"/>
              <a:cs typeface="Montserrat"/>
              <a:sym typeface="Montserrat"/>
            </a:endParaRPr>
          </a:p>
          <a:p>
            <a:pPr>
              <a:lnSpc>
                <a:spcPct val="114999"/>
              </a:lnSpc>
              <a:buClr>
                <a:srgbClr val="999999"/>
              </a:buClr>
              <a:buFont typeface="Montserrat"/>
              <a:buChar char="●"/>
            </a:pPr>
            <a:r>
              <a:rPr lang="fr" sz="1200" i="1">
                <a:solidFill>
                  <a:srgbClr val="999999"/>
                </a:solidFill>
                <a:latin typeface="Montserrat"/>
                <a:ea typeface="Montserrat"/>
                <a:cs typeface="Montserrat"/>
              </a:rPr>
              <a:t>Contient 825 entrées</a:t>
            </a:r>
          </a:p>
          <a:p>
            <a:pPr>
              <a:lnSpc>
                <a:spcPct val="114999"/>
              </a:lnSpc>
              <a:buClr>
                <a:srgbClr val="999999"/>
              </a:buClr>
              <a:buFont typeface="Montserrat"/>
              <a:buChar char="●"/>
            </a:pPr>
            <a:r>
              <a:rPr lang="fr" sz="1200" i="1">
                <a:solidFill>
                  <a:srgbClr val="999999"/>
                </a:solidFill>
                <a:latin typeface="Montserrat"/>
                <a:ea typeface="Montserrat"/>
                <a:cs typeface="Montserrat"/>
                <a:sym typeface="Montserrat"/>
              </a:rPr>
              <a:t>Vérification des doublons</a:t>
            </a:r>
            <a:endParaRPr lang="fr" sz="1200" i="1">
              <a:solidFill>
                <a:srgbClr val="999999"/>
              </a:solidFill>
              <a:latin typeface="Montserrat"/>
              <a:ea typeface="Montserrat"/>
              <a:cs typeface="Montserrat"/>
            </a:endParaRPr>
          </a:p>
          <a:p>
            <a:pPr>
              <a:lnSpc>
                <a:spcPct val="114999"/>
              </a:lnSpc>
              <a:buClr>
                <a:srgbClr val="999999"/>
              </a:buClr>
              <a:buFont typeface="Montserrat"/>
              <a:buChar char="●"/>
            </a:pPr>
            <a:r>
              <a:rPr lang="fr" sz="1200" i="1">
                <a:solidFill>
                  <a:srgbClr val="999999"/>
                </a:solidFill>
                <a:latin typeface="Montserrat"/>
                <a:ea typeface="Montserrat"/>
                <a:cs typeface="Montserrat"/>
              </a:rPr>
              <a:t>Correction de la colonne </a:t>
            </a:r>
            <a:r>
              <a:rPr lang="fr" sz="1200" i="1" err="1">
                <a:solidFill>
                  <a:srgbClr val="999999"/>
                </a:solidFill>
                <a:latin typeface="Montserrat"/>
                <a:ea typeface="Montserrat"/>
                <a:cs typeface="Montserrat"/>
              </a:rPr>
              <a:t>stock_status</a:t>
            </a:r>
            <a:r>
              <a:rPr lang="fr" sz="1200" i="1">
                <a:solidFill>
                  <a:srgbClr val="999999"/>
                </a:solidFill>
                <a:latin typeface="Montserrat"/>
                <a:ea typeface="Montserrat"/>
                <a:cs typeface="Montserrat"/>
              </a:rPr>
              <a:t> qui contenait de fausses informations sur la disponibilité des stocks de certaines entrées</a:t>
            </a: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r>
              <a:rPr lang="fr" sz="1200" i="1">
                <a:solidFill>
                  <a:srgbClr val="999999"/>
                </a:solidFill>
                <a:latin typeface="Montserrat"/>
                <a:ea typeface="Montserrat"/>
                <a:cs typeface="Montserrat"/>
              </a:rPr>
              <a:t>Présence de prix négatifs - recommandation : supprimer ces lignes</a:t>
            </a:r>
          </a:p>
          <a:p>
            <a:pPr>
              <a:lnSpc>
                <a:spcPct val="114999"/>
              </a:lnSpc>
              <a:buClr>
                <a:srgbClr val="999999"/>
              </a:buClr>
              <a:buFont typeface="Montserrat"/>
              <a:buChar char="●"/>
            </a:pPr>
            <a:r>
              <a:rPr lang="fr" sz="1200" i="1">
                <a:solidFill>
                  <a:srgbClr val="999999"/>
                </a:solidFill>
                <a:latin typeface="Montserrat"/>
                <a:ea typeface="Montserrat"/>
                <a:cs typeface="Montserrat"/>
              </a:rPr>
              <a:t>Présence de stocks négatifs - recommandation : mettre les stocks à 0</a:t>
            </a:r>
          </a:p>
        </p:txBody>
      </p:sp>
      <p:sp>
        <p:nvSpPr>
          <p:cNvPr id="64" name="Google Shape;64;p4"/>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highlight>
                <a:srgbClr val="B6D7A8"/>
              </a:highlight>
              <a:latin typeface="Arial"/>
              <a:ea typeface="Arial"/>
              <a:cs typeface="Arial"/>
              <a:sym typeface="Arial"/>
            </a:endParaRPr>
          </a:p>
        </p:txBody>
      </p:sp>
      <p:sp>
        <p:nvSpPr>
          <p:cNvPr id="65" name="Google Shape;65;p4"/>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extLst>
                  <a: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textRoundtripDataId="0"/>
                  </a:ext>
                </a:extLst>
              </a:rPr>
              <a:t>Analyses </a:t>
            </a:r>
            <a:r>
              <a:rPr lang="fr" sz="2500">
                <a:solidFill>
                  <a:srgbClr val="F3F3F3"/>
                </a:solidFill>
                <a:latin typeface="Montserrat"/>
                <a:ea typeface="Montserrat"/>
                <a:cs typeface="Montserrat"/>
                <a:sym typeface="Montserrat"/>
                <a:extLst>
                  <a: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textRoundtripDataId="1"/>
                  </a:ext>
                </a:extLst>
              </a:rPr>
              <a:t>Exploratoires</a:t>
            </a:r>
            <a:r>
              <a:rPr lang="fr" sz="2500" b="0" i="0" u="none" strike="noStrike" cap="none">
                <a:solidFill>
                  <a:srgbClr val="F3F3F3"/>
                </a:solidFill>
                <a:latin typeface="Montserrat"/>
                <a:ea typeface="Montserrat"/>
                <a:cs typeface="Montserrat"/>
                <a:sym typeface="Montserrat"/>
                <a:extLst>
                  <a: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textRoundtripDataId="2"/>
                  </a:ext>
                </a:extLst>
              </a:rPr>
              <a:t> des Données </a:t>
            </a:r>
            <a:endParaRPr sz="2500" b="0" i="0" u="none" strike="noStrike" cap="none">
              <a:solidFill>
                <a:srgbClr val="F3F3F3"/>
              </a:solidFill>
              <a:latin typeface="Montserrat"/>
              <a:ea typeface="Montserrat"/>
              <a:cs typeface="Montserrat"/>
              <a:sym typeface="Montserrat"/>
            </a:endParaRPr>
          </a:p>
        </p:txBody>
      </p:sp>
      <p:sp>
        <p:nvSpPr>
          <p:cNvPr id="66" name="Google Shape;66;p4"/>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 name="Image 1" descr="Une image contenant texte, capture d’écran, Police, nombre&#10;&#10;Le contenu généré par l’IA peut être incorrect.">
            <a:extLst>
              <a:ext uri="{FF2B5EF4-FFF2-40B4-BE49-F238E27FC236}">
                <a16:creationId xmlns:a16="http://schemas.microsoft.com/office/drawing/2014/main" id="{7DDDA65F-3EA1-643C-23EB-6016D6772225}"/>
              </a:ext>
            </a:extLst>
          </p:cNvPr>
          <p:cNvPicPr>
            <a:picLocks noChangeAspect="1"/>
          </p:cNvPicPr>
          <p:nvPr/>
        </p:nvPicPr>
        <p:blipFill>
          <a:blip r:embed="rId3"/>
          <a:stretch>
            <a:fillRect/>
          </a:stretch>
        </p:blipFill>
        <p:spPr>
          <a:xfrm>
            <a:off x="2056835" y="2717934"/>
            <a:ext cx="4657402" cy="1092792"/>
          </a:xfrm>
          <a:prstGeom prst="rect">
            <a:avLst/>
          </a:prstGeom>
        </p:spPr>
      </p:pic>
      <p:pic>
        <p:nvPicPr>
          <p:cNvPr id="3" name="Image 2" descr="Une image contenant texte, Police, capture d’écran, nombre&#10;&#10;Le contenu généré par l’IA peut être incorrect.">
            <a:extLst>
              <a:ext uri="{FF2B5EF4-FFF2-40B4-BE49-F238E27FC236}">
                <a16:creationId xmlns:a16="http://schemas.microsoft.com/office/drawing/2014/main" id="{84A17710-0E05-6E78-AB09-2F4C9FE7BF2E}"/>
              </a:ext>
            </a:extLst>
          </p:cNvPr>
          <p:cNvPicPr>
            <a:picLocks noChangeAspect="1"/>
          </p:cNvPicPr>
          <p:nvPr/>
        </p:nvPicPr>
        <p:blipFill>
          <a:blip r:embed="rId4"/>
          <a:stretch>
            <a:fillRect/>
          </a:stretch>
        </p:blipFill>
        <p:spPr>
          <a:xfrm>
            <a:off x="6337757" y="3910497"/>
            <a:ext cx="2047875" cy="809625"/>
          </a:xfrm>
          <a:prstGeom prst="rect">
            <a:avLst/>
          </a:prstGeom>
        </p:spPr>
      </p:pic>
      <p:pic>
        <p:nvPicPr>
          <p:cNvPr id="4" name="Image 3" descr="Une image contenant texte, Police, capture d’écran, blanc&#10;&#10;Le contenu généré par l’IA peut être incorrect.">
            <a:extLst>
              <a:ext uri="{FF2B5EF4-FFF2-40B4-BE49-F238E27FC236}">
                <a16:creationId xmlns:a16="http://schemas.microsoft.com/office/drawing/2014/main" id="{AC1AAB6A-6860-DFCD-AA8B-A85E486D2EAB}"/>
              </a:ext>
            </a:extLst>
          </p:cNvPr>
          <p:cNvPicPr>
            <a:picLocks noChangeAspect="1"/>
          </p:cNvPicPr>
          <p:nvPr/>
        </p:nvPicPr>
        <p:blipFill>
          <a:blip r:embed="rId5"/>
          <a:stretch>
            <a:fillRect/>
          </a:stretch>
        </p:blipFill>
        <p:spPr>
          <a:xfrm>
            <a:off x="1801517" y="4398613"/>
            <a:ext cx="2310539" cy="5162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6F1B8AF3-B357-ECBD-C357-E7249568FAE7}"/>
            </a:ext>
          </a:extLst>
        </p:cNvPr>
        <p:cNvGrpSpPr/>
        <p:nvPr/>
      </p:nvGrpSpPr>
      <p:grpSpPr>
        <a:xfrm>
          <a:off x="0" y="0"/>
          <a:ext cx="0" cy="0"/>
          <a:chOff x="0" y="0"/>
          <a:chExt cx="0" cy="0"/>
        </a:xfrm>
      </p:grpSpPr>
      <p:sp>
        <p:nvSpPr>
          <p:cNvPr id="63" name="Google Shape;63;p4">
            <a:extLst>
              <a:ext uri="{FF2B5EF4-FFF2-40B4-BE49-F238E27FC236}">
                <a16:creationId xmlns:a16="http://schemas.microsoft.com/office/drawing/2014/main" id="{2D62B676-A617-AD63-9E55-4B9C9B92DD9F}"/>
              </a:ext>
            </a:extLst>
          </p:cNvPr>
          <p:cNvSpPr txBox="1">
            <a:spLocks noGrp="1"/>
          </p:cNvSpPr>
          <p:nvPr>
            <p:ph type="body" idx="1"/>
          </p:nvPr>
        </p:nvSpPr>
        <p:spPr>
          <a:xfrm>
            <a:off x="173885" y="1471085"/>
            <a:ext cx="8520600" cy="3416400"/>
          </a:xfrm>
          <a:prstGeom prst="rect">
            <a:avLst/>
          </a:prstGeom>
          <a:noFill/>
          <a:ln>
            <a:noFill/>
          </a:ln>
        </p:spPr>
        <p:txBody>
          <a:bodyPr spcFirstLastPara="1" wrap="square" lIns="91425" tIns="91425" rIns="91425" bIns="91425" anchor="t" anchorCtr="0">
            <a:normAutofit/>
          </a:bodyPr>
          <a:lstStyle/>
          <a:p>
            <a:pPr>
              <a:buClr>
                <a:srgbClr val="999999"/>
              </a:buClr>
              <a:buFont typeface="Montserrat"/>
              <a:buChar char="●"/>
            </a:pPr>
            <a:r>
              <a:rPr lang="fr" sz="1200" b="1" i="1" err="1">
                <a:solidFill>
                  <a:srgbClr val="999999"/>
                </a:solidFill>
                <a:latin typeface="Montserrat"/>
                <a:ea typeface="Montserrat"/>
                <a:cs typeface="Montserrat"/>
                <a:sym typeface="Montserrat"/>
              </a:rPr>
              <a:t>df_web</a:t>
            </a:r>
            <a:r>
              <a:rPr lang="fr" sz="1200" b="1" i="1">
                <a:solidFill>
                  <a:srgbClr val="999999"/>
                </a:solidFill>
                <a:latin typeface="Montserrat"/>
                <a:ea typeface="Montserrat"/>
                <a:cs typeface="Montserrat"/>
                <a:sym typeface="Montserrat"/>
              </a:rPr>
              <a:t> </a:t>
            </a:r>
            <a:r>
              <a:rPr lang="fr" sz="1200" i="1">
                <a:solidFill>
                  <a:srgbClr val="999999"/>
                </a:solidFill>
                <a:latin typeface="Montserrat"/>
                <a:ea typeface="Montserrat"/>
                <a:cs typeface="Montserrat"/>
                <a:sym typeface="Montserrat"/>
              </a:rPr>
              <a:t>: données issues du site web de l'entreprise.</a:t>
            </a:r>
            <a:endParaRPr lang="fr-FR" sz="1200" i="1" err="1">
              <a:solidFill>
                <a:srgbClr val="999999"/>
              </a:solidFill>
              <a:latin typeface="Montserrat"/>
              <a:ea typeface="Montserrat"/>
              <a:cs typeface="Montserrat"/>
            </a:endParaRPr>
          </a:p>
          <a:p>
            <a:pPr>
              <a:buClr>
                <a:srgbClr val="999999"/>
              </a:buClr>
              <a:buFont typeface="Montserrat"/>
              <a:buChar char="●"/>
            </a:pPr>
            <a:r>
              <a:rPr lang="fr" sz="1200" i="1">
                <a:solidFill>
                  <a:srgbClr val="999999"/>
                </a:solidFill>
                <a:latin typeface="Montserrat"/>
                <a:ea typeface="Montserrat"/>
                <a:cs typeface="Montserrat"/>
              </a:rPr>
              <a:t>Contient 29 colonnes et entre 0 et 1513 entrées selon les colonnes.</a:t>
            </a:r>
          </a:p>
          <a:p>
            <a:pPr>
              <a:lnSpc>
                <a:spcPct val="114999"/>
              </a:lnSpc>
              <a:buClr>
                <a:srgbClr val="999999"/>
              </a:buClr>
              <a:buFont typeface="Montserrat"/>
              <a:buChar char="●"/>
            </a:pPr>
            <a:r>
              <a:rPr lang="fr" sz="1200" i="1">
                <a:solidFill>
                  <a:srgbClr val="999999"/>
                </a:solidFill>
                <a:latin typeface="Montserrat"/>
                <a:ea typeface="Montserrat"/>
                <a:cs typeface="Montserrat"/>
                <a:sym typeface="Montserrat"/>
              </a:rPr>
              <a:t>Suppression des colonnes non pertinentes et conservation de 5 colonnes : </a:t>
            </a:r>
            <a:r>
              <a:rPr lang="fr" sz="1100" i="1" err="1">
                <a:solidFill>
                  <a:srgbClr val="999999"/>
                </a:solidFill>
                <a:latin typeface="Montserrat"/>
                <a:ea typeface="Montserrat"/>
                <a:cs typeface="Montserrat"/>
                <a:sym typeface="Montserrat"/>
              </a:rPr>
              <a:t>sku</a:t>
            </a:r>
            <a:r>
              <a:rPr lang="fr" sz="1100" i="1">
                <a:solidFill>
                  <a:srgbClr val="999999"/>
                </a:solidFill>
                <a:latin typeface="Montserrat"/>
                <a:ea typeface="Montserrat"/>
                <a:cs typeface="Montserrat"/>
                <a:sym typeface="Montserrat"/>
              </a:rPr>
              <a:t>, </a:t>
            </a:r>
            <a:r>
              <a:rPr lang="fr" sz="1100" i="1" err="1">
                <a:solidFill>
                  <a:srgbClr val="999999"/>
                </a:solidFill>
                <a:latin typeface="Montserrat"/>
                <a:ea typeface="Montserrat"/>
                <a:cs typeface="Montserrat"/>
                <a:sym typeface="Montserrat"/>
              </a:rPr>
              <a:t>total_sales</a:t>
            </a:r>
            <a:r>
              <a:rPr lang="fr" sz="1100" i="1">
                <a:solidFill>
                  <a:srgbClr val="999999"/>
                </a:solidFill>
                <a:latin typeface="Montserrat"/>
                <a:ea typeface="Montserrat"/>
                <a:cs typeface="Montserrat"/>
                <a:sym typeface="Montserrat"/>
              </a:rPr>
              <a:t>, </a:t>
            </a:r>
            <a:r>
              <a:rPr lang="fr" sz="1100" i="1" err="1">
                <a:solidFill>
                  <a:srgbClr val="999999"/>
                </a:solidFill>
                <a:latin typeface="Montserrat"/>
                <a:ea typeface="Montserrat"/>
                <a:cs typeface="Montserrat"/>
                <a:sym typeface="Montserrat"/>
              </a:rPr>
              <a:t>product_type</a:t>
            </a:r>
            <a:r>
              <a:rPr lang="fr" sz="1100" i="1">
                <a:solidFill>
                  <a:srgbClr val="999999"/>
                </a:solidFill>
                <a:latin typeface="Montserrat"/>
                <a:ea typeface="Montserrat"/>
                <a:cs typeface="Montserrat"/>
                <a:sym typeface="Montserrat"/>
              </a:rPr>
              <a:t>, </a:t>
            </a:r>
            <a:r>
              <a:rPr lang="fr" sz="1100" i="1" err="1">
                <a:solidFill>
                  <a:srgbClr val="999999"/>
                </a:solidFill>
                <a:latin typeface="Montserrat"/>
                <a:ea typeface="Montserrat"/>
                <a:cs typeface="Montserrat"/>
                <a:sym typeface="Montserrat"/>
              </a:rPr>
              <a:t>post_tittle</a:t>
            </a:r>
            <a:r>
              <a:rPr lang="fr" sz="1100" i="1">
                <a:solidFill>
                  <a:srgbClr val="999999"/>
                </a:solidFill>
                <a:latin typeface="Montserrat"/>
                <a:ea typeface="Montserrat"/>
                <a:cs typeface="Montserrat"/>
                <a:sym typeface="Montserrat"/>
              </a:rPr>
              <a:t>, </a:t>
            </a:r>
            <a:r>
              <a:rPr lang="fr" sz="1100" i="1" err="1">
                <a:solidFill>
                  <a:srgbClr val="999999"/>
                </a:solidFill>
                <a:latin typeface="Montserrat"/>
                <a:ea typeface="Montserrat"/>
                <a:cs typeface="Montserrat"/>
                <a:sym typeface="Montserrat"/>
              </a:rPr>
              <a:t>post_type</a:t>
            </a:r>
            <a:r>
              <a:rPr lang="fr" sz="1200" i="1">
                <a:solidFill>
                  <a:srgbClr val="999999"/>
                </a:solidFill>
                <a:latin typeface="Montserrat"/>
                <a:ea typeface="Montserrat"/>
                <a:cs typeface="Montserrat"/>
                <a:sym typeface="Montserrat"/>
              </a:rPr>
              <a:t>.</a:t>
            </a:r>
            <a:endParaRPr lang="fr" sz="1200" i="1" err="1">
              <a:solidFill>
                <a:srgbClr val="999999"/>
              </a:solidFill>
              <a:latin typeface="Montserrat"/>
              <a:ea typeface="Montserrat"/>
              <a:cs typeface="Montserrat"/>
            </a:endParaRPr>
          </a:p>
          <a:p>
            <a:pPr>
              <a:lnSpc>
                <a:spcPct val="114999"/>
              </a:lnSpc>
              <a:buClr>
                <a:srgbClr val="999999"/>
              </a:buClr>
              <a:buFont typeface="Montserrat"/>
              <a:buChar char="●"/>
            </a:pPr>
            <a:r>
              <a:rPr lang="fr" sz="1200" i="1">
                <a:solidFill>
                  <a:srgbClr val="999999"/>
                </a:solidFill>
                <a:latin typeface="Montserrat"/>
                <a:ea typeface="Montserrat"/>
                <a:cs typeface="Montserrat"/>
              </a:rPr>
              <a:t>La colonne </a:t>
            </a:r>
            <a:r>
              <a:rPr lang="fr" sz="1200" i="1" err="1">
                <a:solidFill>
                  <a:srgbClr val="999999"/>
                </a:solidFill>
                <a:latin typeface="Montserrat"/>
                <a:ea typeface="Montserrat"/>
                <a:cs typeface="Montserrat"/>
              </a:rPr>
              <a:t>sku</a:t>
            </a:r>
            <a:r>
              <a:rPr lang="fr" sz="1200" i="1">
                <a:solidFill>
                  <a:srgbClr val="999999"/>
                </a:solidFill>
                <a:latin typeface="Montserrat"/>
                <a:ea typeface="Montserrat"/>
                <a:cs typeface="Montserrat"/>
              </a:rPr>
              <a:t> (code article) contient des entrées manquantes, et deux contiennent des strings concernant des bons cadeau.</a:t>
            </a:r>
          </a:p>
          <a:p>
            <a:pPr>
              <a:lnSpc>
                <a:spcPct val="114999"/>
              </a:lnSpc>
              <a:buClr>
                <a:srgbClr val="999999"/>
              </a:buClr>
              <a:buFont typeface="Montserrat"/>
              <a:buChar char="●"/>
            </a:pPr>
            <a:r>
              <a:rPr lang="fr" sz="1200" i="1">
                <a:solidFill>
                  <a:srgbClr val="999999"/>
                </a:solidFill>
                <a:latin typeface="Montserrat"/>
                <a:ea typeface="Montserrat"/>
                <a:cs typeface="Montserrat"/>
              </a:rPr>
              <a:t>La colonne </a:t>
            </a:r>
            <a:r>
              <a:rPr lang="fr" sz="1200" i="1" err="1">
                <a:solidFill>
                  <a:srgbClr val="999999"/>
                </a:solidFill>
                <a:latin typeface="Montserrat"/>
                <a:ea typeface="Montserrat"/>
                <a:cs typeface="Montserrat"/>
              </a:rPr>
              <a:t>sku</a:t>
            </a:r>
            <a:r>
              <a:rPr lang="fr" sz="1200" i="1">
                <a:solidFill>
                  <a:srgbClr val="999999"/>
                </a:solidFill>
                <a:latin typeface="Montserrat"/>
                <a:ea typeface="Montserrat"/>
                <a:cs typeface="Montserrat"/>
              </a:rPr>
              <a:t> contient des doublons car elle concerne les produits </a:t>
            </a:r>
            <a:r>
              <a:rPr lang="fr" sz="1200" i="1" err="1">
                <a:solidFill>
                  <a:srgbClr val="999999"/>
                </a:solidFill>
                <a:latin typeface="Montserrat"/>
                <a:ea typeface="Montserrat"/>
                <a:cs typeface="Montserrat"/>
              </a:rPr>
              <a:t>eux-même</a:t>
            </a:r>
            <a:r>
              <a:rPr lang="fr" sz="1200" i="1">
                <a:solidFill>
                  <a:srgbClr val="999999"/>
                </a:solidFill>
                <a:latin typeface="Montserrat"/>
                <a:ea typeface="Montserrat"/>
                <a:cs typeface="Montserrat"/>
              </a:rPr>
              <a:t> + des </a:t>
            </a:r>
            <a:r>
              <a:rPr lang="fr" sz="1200" i="1" err="1">
                <a:solidFill>
                  <a:srgbClr val="999999"/>
                </a:solidFill>
                <a:latin typeface="Montserrat"/>
                <a:ea typeface="Montserrat"/>
                <a:cs typeface="Montserrat"/>
              </a:rPr>
              <a:t>post_type</a:t>
            </a:r>
            <a:r>
              <a:rPr lang="fr" sz="1200" i="1">
                <a:solidFill>
                  <a:srgbClr val="999999"/>
                </a:solidFill>
                <a:latin typeface="Montserrat"/>
                <a:ea typeface="Montserrat"/>
                <a:cs typeface="Montserrat"/>
              </a:rPr>
              <a:t> qui sont des "attachment". Recommandation : supprimer les lignes comportant des "</a:t>
            </a:r>
            <a:r>
              <a:rPr lang="fr" sz="1200" i="1" err="1">
                <a:solidFill>
                  <a:srgbClr val="999999"/>
                </a:solidFill>
                <a:latin typeface="Montserrat"/>
                <a:ea typeface="Montserrat"/>
                <a:cs typeface="Montserrat"/>
              </a:rPr>
              <a:t>attachment</a:t>
            </a:r>
            <a:r>
              <a:rPr lang="fr" sz="1200" i="1">
                <a:solidFill>
                  <a:srgbClr val="999999"/>
                </a:solidFill>
                <a:latin typeface="Montserrat"/>
                <a:ea typeface="Montserrat"/>
                <a:cs typeface="Montserrat"/>
              </a:rPr>
              <a:t>" car elles sont superflues.</a:t>
            </a:r>
          </a:p>
        </p:txBody>
      </p:sp>
      <p:sp>
        <p:nvSpPr>
          <p:cNvPr id="64" name="Google Shape;64;p4">
            <a:extLst>
              <a:ext uri="{FF2B5EF4-FFF2-40B4-BE49-F238E27FC236}">
                <a16:creationId xmlns:a16="http://schemas.microsoft.com/office/drawing/2014/main" id="{7117EB80-43B2-80EE-3161-460DE2702862}"/>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highlight>
                <a:srgbClr val="B6D7A8"/>
              </a:highlight>
              <a:latin typeface="Arial"/>
              <a:ea typeface="Arial"/>
              <a:cs typeface="Arial"/>
              <a:sym typeface="Arial"/>
            </a:endParaRPr>
          </a:p>
        </p:txBody>
      </p:sp>
      <p:sp>
        <p:nvSpPr>
          <p:cNvPr id="65" name="Google Shape;65;p4">
            <a:extLst>
              <a:ext uri="{FF2B5EF4-FFF2-40B4-BE49-F238E27FC236}">
                <a16:creationId xmlns:a16="http://schemas.microsoft.com/office/drawing/2014/main" id="{A4C13810-8F1C-1FB3-5802-D71707D73D89}"/>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Analyses </a:t>
            </a:r>
            <a:r>
              <a:rPr lang="fr" sz="2500">
                <a:solidFill>
                  <a:srgbClr val="F3F3F3"/>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
                  </a:ext>
                </a:extLst>
              </a:rPr>
              <a:t>Exploratoires</a:t>
            </a:r>
            <a:r>
              <a:rPr lang="fr" sz="2500" b="0" i="0" u="none" strike="noStrike" cap="none">
                <a:solidFill>
                  <a:srgbClr val="F3F3F3"/>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2"/>
                  </a:ext>
                </a:extLst>
              </a:rPr>
              <a:t> des Données </a:t>
            </a:r>
            <a:endParaRPr sz="2500" b="0" i="0" u="none" strike="noStrike" cap="none">
              <a:solidFill>
                <a:srgbClr val="F3F3F3"/>
              </a:solidFill>
              <a:latin typeface="Montserrat"/>
              <a:ea typeface="Montserrat"/>
              <a:cs typeface="Montserrat"/>
              <a:sym typeface="Montserrat"/>
            </a:endParaRPr>
          </a:p>
        </p:txBody>
      </p:sp>
      <p:sp>
        <p:nvSpPr>
          <p:cNvPr id="66" name="Google Shape;66;p4">
            <a:extLst>
              <a:ext uri="{FF2B5EF4-FFF2-40B4-BE49-F238E27FC236}">
                <a16:creationId xmlns:a16="http://schemas.microsoft.com/office/drawing/2014/main" id="{A7C7BABE-042F-9BAD-97FD-8816FAA2721F}"/>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444355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B24244B2-7958-61C8-0401-219CD4EC41B5}"/>
            </a:ext>
          </a:extLst>
        </p:cNvPr>
        <p:cNvGrpSpPr/>
        <p:nvPr/>
      </p:nvGrpSpPr>
      <p:grpSpPr>
        <a:xfrm>
          <a:off x="0" y="0"/>
          <a:ext cx="0" cy="0"/>
          <a:chOff x="0" y="0"/>
          <a:chExt cx="0" cy="0"/>
        </a:xfrm>
      </p:grpSpPr>
      <p:sp>
        <p:nvSpPr>
          <p:cNvPr id="63" name="Google Shape;63;p4">
            <a:extLst>
              <a:ext uri="{FF2B5EF4-FFF2-40B4-BE49-F238E27FC236}">
                <a16:creationId xmlns:a16="http://schemas.microsoft.com/office/drawing/2014/main" id="{6725F05A-BCCC-CC32-54EC-5CC56B9F16AA}"/>
              </a:ext>
            </a:extLst>
          </p:cNvPr>
          <p:cNvSpPr txBox="1">
            <a:spLocks noGrp="1"/>
          </p:cNvSpPr>
          <p:nvPr>
            <p:ph type="body" idx="1"/>
          </p:nvPr>
        </p:nvSpPr>
        <p:spPr>
          <a:xfrm>
            <a:off x="-470" y="1427496"/>
            <a:ext cx="9145375" cy="3629501"/>
          </a:xfrm>
          <a:prstGeom prst="rect">
            <a:avLst/>
          </a:prstGeom>
          <a:noFill/>
          <a:ln>
            <a:noFill/>
          </a:ln>
        </p:spPr>
        <p:txBody>
          <a:bodyPr spcFirstLastPara="1" wrap="square" lIns="91425" tIns="91425" rIns="91425" bIns="91425" anchor="t" anchorCtr="0">
            <a:normAutofit/>
          </a:bodyPr>
          <a:lstStyle/>
          <a:p>
            <a:pPr>
              <a:buClr>
                <a:srgbClr val="999999"/>
              </a:buClr>
              <a:buFont typeface="Montserrat"/>
              <a:buChar char="●"/>
            </a:pPr>
            <a:r>
              <a:rPr lang="fr" i="1" err="1">
                <a:solidFill>
                  <a:srgbClr val="999999"/>
                </a:solidFill>
                <a:latin typeface="Montserrat"/>
                <a:ea typeface="Montserrat"/>
                <a:cs typeface="Montserrat"/>
                <a:sym typeface="Montserrat"/>
              </a:rPr>
              <a:t>df_liaison</a:t>
            </a:r>
            <a:r>
              <a:rPr lang="fr" i="1">
                <a:solidFill>
                  <a:srgbClr val="999999"/>
                </a:solidFill>
                <a:latin typeface="Montserrat"/>
                <a:ea typeface="Montserrat"/>
                <a:cs typeface="Montserrat"/>
                <a:sym typeface="Montserrat"/>
              </a:rPr>
              <a:t> : permet de faire la liaison entre les deux </a:t>
            </a:r>
            <a:r>
              <a:rPr lang="fr" i="1" err="1">
                <a:solidFill>
                  <a:srgbClr val="999999"/>
                </a:solidFill>
                <a:latin typeface="Montserrat"/>
                <a:ea typeface="Montserrat"/>
                <a:cs typeface="Montserrat"/>
                <a:sym typeface="Montserrat"/>
              </a:rPr>
              <a:t>datasets</a:t>
            </a:r>
            <a:r>
              <a:rPr lang="fr" i="1">
                <a:solidFill>
                  <a:srgbClr val="999999"/>
                </a:solidFill>
                <a:latin typeface="Montserrat"/>
                <a:ea typeface="Montserrat"/>
                <a:cs typeface="Montserrat"/>
                <a:sym typeface="Montserrat"/>
              </a:rPr>
              <a:t> précédents via le code produit (</a:t>
            </a:r>
            <a:r>
              <a:rPr lang="fr" i="1" err="1">
                <a:solidFill>
                  <a:srgbClr val="999999"/>
                </a:solidFill>
                <a:latin typeface="Montserrat"/>
                <a:ea typeface="Montserrat"/>
                <a:cs typeface="Montserrat"/>
                <a:sym typeface="Montserrat"/>
              </a:rPr>
              <a:t>product_id</a:t>
            </a:r>
            <a:r>
              <a:rPr lang="fr" i="1">
                <a:solidFill>
                  <a:srgbClr val="999999"/>
                </a:solidFill>
                <a:latin typeface="Montserrat"/>
                <a:ea typeface="Montserrat"/>
                <a:cs typeface="Montserrat"/>
                <a:sym typeface="Montserrat"/>
              </a:rPr>
              <a:t> et </a:t>
            </a:r>
            <a:r>
              <a:rPr lang="fr" i="1" err="1">
                <a:solidFill>
                  <a:srgbClr val="999999"/>
                </a:solidFill>
                <a:latin typeface="Montserrat"/>
                <a:ea typeface="Montserrat"/>
                <a:cs typeface="Montserrat"/>
                <a:sym typeface="Montserrat"/>
              </a:rPr>
              <a:t>sku</a:t>
            </a:r>
            <a:r>
              <a:rPr lang="fr" i="1">
                <a:solidFill>
                  <a:srgbClr val="999999"/>
                </a:solidFill>
                <a:latin typeface="Montserrat"/>
                <a:ea typeface="Montserrat"/>
                <a:cs typeface="Montserrat"/>
                <a:sym typeface="Montserrat"/>
              </a:rPr>
              <a:t>, appelé </a:t>
            </a:r>
            <a:r>
              <a:rPr lang="fr" i="1" err="1">
                <a:solidFill>
                  <a:srgbClr val="999999"/>
                </a:solidFill>
                <a:latin typeface="Montserrat"/>
                <a:ea typeface="Montserrat"/>
                <a:cs typeface="Montserrat"/>
                <a:sym typeface="Montserrat"/>
              </a:rPr>
              <a:t>id_web</a:t>
            </a:r>
            <a:r>
              <a:rPr lang="fr" i="1">
                <a:solidFill>
                  <a:srgbClr val="999999"/>
                </a:solidFill>
                <a:latin typeface="Montserrat"/>
                <a:ea typeface="Montserrat"/>
                <a:cs typeface="Montserrat"/>
                <a:sym typeface="Montserrat"/>
              </a:rPr>
              <a:t> dans le </a:t>
            </a:r>
            <a:r>
              <a:rPr lang="fr" i="1" err="1">
                <a:solidFill>
                  <a:srgbClr val="999999"/>
                </a:solidFill>
                <a:latin typeface="Montserrat"/>
                <a:ea typeface="Montserrat"/>
                <a:cs typeface="Montserrat"/>
                <a:sym typeface="Montserrat"/>
              </a:rPr>
              <a:t>df_liaison</a:t>
            </a:r>
            <a:r>
              <a:rPr lang="fr" i="1">
                <a:solidFill>
                  <a:srgbClr val="999999"/>
                </a:solidFill>
                <a:latin typeface="Montserrat"/>
                <a:ea typeface="Montserrat"/>
                <a:cs typeface="Montserrat"/>
                <a:sym typeface="Montserrat"/>
              </a:rPr>
              <a:t>).</a:t>
            </a:r>
            <a:endParaRPr i="1">
              <a:solidFill>
                <a:srgbClr val="999999"/>
              </a:solidFill>
              <a:latin typeface="Montserrat"/>
              <a:ea typeface="Montserrat"/>
              <a:cs typeface="Montserrat"/>
              <a:sym typeface="Montserrat"/>
            </a:endParaRPr>
          </a:p>
          <a:p>
            <a:pPr>
              <a:buClr>
                <a:srgbClr val="999999"/>
              </a:buClr>
              <a:buFont typeface="Montserrat"/>
              <a:buChar char="●"/>
            </a:pPr>
            <a:r>
              <a:rPr lang="fr" i="1">
                <a:solidFill>
                  <a:srgbClr val="999999"/>
                </a:solidFill>
                <a:latin typeface="Montserrat"/>
                <a:ea typeface="Montserrat"/>
                <a:cs typeface="Montserrat"/>
                <a:sym typeface="Montserrat"/>
              </a:rPr>
              <a:t>Contient deux colonnes – </a:t>
            </a:r>
            <a:r>
              <a:rPr lang="fr" i="1" err="1">
                <a:solidFill>
                  <a:srgbClr val="999999"/>
                </a:solidFill>
                <a:latin typeface="Montserrat"/>
                <a:ea typeface="Montserrat"/>
                <a:cs typeface="Montserrat"/>
                <a:sym typeface="Montserrat"/>
              </a:rPr>
              <a:t>product_id</a:t>
            </a:r>
            <a:r>
              <a:rPr lang="fr" i="1">
                <a:solidFill>
                  <a:srgbClr val="999999"/>
                </a:solidFill>
                <a:latin typeface="Montserrat"/>
                <a:ea typeface="Montserrat"/>
                <a:cs typeface="Montserrat"/>
                <a:sym typeface="Montserrat"/>
              </a:rPr>
              <a:t> (825 entrées), </a:t>
            </a:r>
            <a:r>
              <a:rPr lang="fr" i="1" err="1">
                <a:solidFill>
                  <a:srgbClr val="999999"/>
                </a:solidFill>
                <a:latin typeface="Montserrat"/>
                <a:ea typeface="Montserrat"/>
                <a:cs typeface="Montserrat"/>
                <a:sym typeface="Montserrat"/>
              </a:rPr>
              <a:t>id_web</a:t>
            </a:r>
            <a:r>
              <a:rPr lang="fr" i="1">
                <a:solidFill>
                  <a:srgbClr val="999999"/>
                </a:solidFill>
                <a:latin typeface="Montserrat"/>
                <a:ea typeface="Montserrat"/>
                <a:cs typeface="Montserrat"/>
                <a:sym typeface="Montserrat"/>
              </a:rPr>
              <a:t> (734 entrées).</a:t>
            </a:r>
            <a:endParaRPr i="1" err="1">
              <a:solidFill>
                <a:srgbClr val="999999"/>
              </a:solidFill>
              <a:latin typeface="Montserrat"/>
              <a:ea typeface="Montserrat"/>
              <a:cs typeface="Montserrat"/>
            </a:endParaRPr>
          </a:p>
          <a:p>
            <a:pPr>
              <a:lnSpc>
                <a:spcPct val="114999"/>
              </a:lnSpc>
              <a:buClr>
                <a:srgbClr val="999999"/>
              </a:buClr>
              <a:buFont typeface="Montserrat"/>
              <a:buChar char="●"/>
            </a:pPr>
            <a:r>
              <a:rPr lang="fr" i="1">
                <a:solidFill>
                  <a:srgbClr val="999999"/>
                </a:solidFill>
                <a:latin typeface="Montserrat"/>
                <a:ea typeface="Montserrat"/>
                <a:cs typeface="Montserrat"/>
                <a:sym typeface="Montserrat"/>
              </a:rPr>
              <a:t>La colonne </a:t>
            </a:r>
            <a:r>
              <a:rPr lang="fr" i="1" err="1">
                <a:solidFill>
                  <a:srgbClr val="999999"/>
                </a:solidFill>
                <a:latin typeface="Montserrat"/>
                <a:ea typeface="Montserrat"/>
                <a:cs typeface="Montserrat"/>
                <a:sym typeface="Montserrat"/>
              </a:rPr>
              <a:t>id_web</a:t>
            </a:r>
            <a:r>
              <a:rPr lang="fr" i="1">
                <a:solidFill>
                  <a:srgbClr val="999999"/>
                </a:solidFill>
                <a:latin typeface="Montserrat"/>
                <a:ea typeface="Montserrat"/>
                <a:cs typeface="Montserrat"/>
                <a:sym typeface="Montserrat"/>
              </a:rPr>
              <a:t> contient 91 NA sans correspondance </a:t>
            </a:r>
            <a:r>
              <a:rPr lang="fr" i="1" err="1">
                <a:solidFill>
                  <a:srgbClr val="999999"/>
                </a:solidFill>
                <a:latin typeface="Montserrat"/>
                <a:ea typeface="Montserrat"/>
                <a:cs typeface="Montserrat"/>
                <a:sym typeface="Montserrat"/>
              </a:rPr>
              <a:t>product_id</a:t>
            </a:r>
            <a:r>
              <a:rPr lang="fr" i="1">
                <a:solidFill>
                  <a:srgbClr val="999999"/>
                </a:solidFill>
                <a:latin typeface="Montserrat"/>
                <a:ea typeface="Montserrat"/>
                <a:cs typeface="Montserrat"/>
                <a:sym typeface="Montserrat"/>
              </a:rPr>
              <a:t>.</a:t>
            </a:r>
            <a:endParaRPr i="1">
              <a:solidFill>
                <a:srgbClr val="999999"/>
              </a:solidFill>
              <a:latin typeface="Montserrat"/>
              <a:ea typeface="Montserrat"/>
              <a:cs typeface="Montserrat"/>
              <a:sym typeface="Montserrat"/>
            </a:endParaRPr>
          </a:p>
        </p:txBody>
      </p:sp>
      <p:sp>
        <p:nvSpPr>
          <p:cNvPr id="64" name="Google Shape;64;p4">
            <a:extLst>
              <a:ext uri="{FF2B5EF4-FFF2-40B4-BE49-F238E27FC236}">
                <a16:creationId xmlns:a16="http://schemas.microsoft.com/office/drawing/2014/main" id="{44151961-4501-5802-D72D-0EEBCEE0FE5C}"/>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highlight>
                <a:srgbClr val="B6D7A8"/>
              </a:highlight>
              <a:latin typeface="Arial"/>
              <a:ea typeface="Arial"/>
              <a:cs typeface="Arial"/>
              <a:sym typeface="Arial"/>
            </a:endParaRPr>
          </a:p>
        </p:txBody>
      </p:sp>
      <p:sp>
        <p:nvSpPr>
          <p:cNvPr id="65" name="Google Shape;65;p4">
            <a:extLst>
              <a:ext uri="{FF2B5EF4-FFF2-40B4-BE49-F238E27FC236}">
                <a16:creationId xmlns:a16="http://schemas.microsoft.com/office/drawing/2014/main" id="{AC813BB5-1490-8C80-404B-F17D51DCAD6A}"/>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extLst>
                  <a: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textRoundtripDataId="0"/>
                  </a:ext>
                </a:extLst>
              </a:rPr>
              <a:t>Analyses </a:t>
            </a:r>
            <a:r>
              <a:rPr lang="fr" sz="2500">
                <a:solidFill>
                  <a:srgbClr val="F3F3F3"/>
                </a:solidFill>
                <a:latin typeface="Montserrat"/>
                <a:ea typeface="Montserrat"/>
                <a:cs typeface="Montserrat"/>
                <a:sym typeface="Montserrat"/>
                <a:extLst>
                  <a: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textRoundtripDataId="1"/>
                  </a:ext>
                </a:extLst>
              </a:rPr>
              <a:t>Exploratoires</a:t>
            </a:r>
            <a:r>
              <a:rPr lang="fr" sz="2500" b="0" i="0" u="none" strike="noStrike" cap="none">
                <a:solidFill>
                  <a:srgbClr val="F3F3F3"/>
                </a:solidFill>
                <a:latin typeface="Montserrat"/>
                <a:ea typeface="Montserrat"/>
                <a:cs typeface="Montserrat"/>
                <a:sym typeface="Montserrat"/>
                <a:extLst>
                  <a: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textRoundtripDataId="2"/>
                  </a:ext>
                </a:extLst>
              </a:rPr>
              <a:t> des Données </a:t>
            </a:r>
            <a:endParaRPr sz="2500" b="0" i="0" u="none" strike="noStrike" cap="none">
              <a:solidFill>
                <a:srgbClr val="F3F3F3"/>
              </a:solidFill>
              <a:latin typeface="Montserrat"/>
              <a:ea typeface="Montserrat"/>
              <a:cs typeface="Montserrat"/>
              <a:sym typeface="Montserrat"/>
            </a:endParaRPr>
          </a:p>
        </p:txBody>
      </p:sp>
      <p:sp>
        <p:nvSpPr>
          <p:cNvPr id="66" name="Google Shape;66;p4">
            <a:extLst>
              <a:ext uri="{FF2B5EF4-FFF2-40B4-BE49-F238E27FC236}">
                <a16:creationId xmlns:a16="http://schemas.microsoft.com/office/drawing/2014/main" id="{6BD18A39-ABC0-789D-50C9-975A3D16F73D}"/>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67995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0">
          <a:extLst>
            <a:ext uri="{FF2B5EF4-FFF2-40B4-BE49-F238E27FC236}">
              <a16:creationId xmlns:a16="http://schemas.microsoft.com/office/drawing/2014/main" id="{7B2BD1EA-4FD8-2E5F-238B-0A910BB93878}"/>
            </a:ext>
          </a:extLst>
        </p:cNvPr>
        <p:cNvGrpSpPr/>
        <p:nvPr/>
      </p:nvGrpSpPr>
      <p:grpSpPr>
        <a:xfrm>
          <a:off x="0" y="0"/>
          <a:ext cx="0" cy="0"/>
          <a:chOff x="0" y="0"/>
          <a:chExt cx="0" cy="0"/>
        </a:xfrm>
      </p:grpSpPr>
      <p:sp>
        <p:nvSpPr>
          <p:cNvPr id="71" name="Google Shape;71;p5">
            <a:extLst>
              <a:ext uri="{FF2B5EF4-FFF2-40B4-BE49-F238E27FC236}">
                <a16:creationId xmlns:a16="http://schemas.microsoft.com/office/drawing/2014/main" id="{9263039D-6277-9C25-CDAF-EBE0A0F4780D}"/>
              </a:ext>
            </a:extLst>
          </p:cNvPr>
          <p:cNvSpPr txBox="1">
            <a:spLocks noGrp="1"/>
          </p:cNvSpPr>
          <p:nvPr>
            <p:ph type="body" idx="1"/>
          </p:nvPr>
        </p:nvSpPr>
        <p:spPr>
          <a:xfrm>
            <a:off x="129392" y="1462750"/>
            <a:ext cx="8888684" cy="3416400"/>
          </a:xfrm>
          <a:prstGeom prst="rect">
            <a:avLst/>
          </a:prstGeom>
          <a:noFill/>
          <a:ln>
            <a:noFill/>
          </a:ln>
        </p:spPr>
        <p:txBody>
          <a:bodyPr spcFirstLastPara="1" wrap="square" lIns="91425" tIns="91425" rIns="91425" bIns="91425" anchor="t" anchorCtr="0">
            <a:normAutofit/>
          </a:bodyPr>
          <a:lstStyle/>
          <a:p>
            <a:pPr>
              <a:buClr>
                <a:srgbClr val="999999"/>
              </a:buClr>
              <a:buFont typeface="Montserrat"/>
              <a:buChar char="●"/>
            </a:pPr>
            <a:r>
              <a:rPr lang="fr" i="1">
                <a:solidFill>
                  <a:srgbClr val="999999"/>
                </a:solidFill>
                <a:latin typeface="Montserrat"/>
                <a:ea typeface="Montserrat"/>
                <a:cs typeface="Montserrat"/>
              </a:rPr>
              <a:t>Jonction de </a:t>
            </a:r>
            <a:r>
              <a:rPr lang="fr" i="1" err="1">
                <a:solidFill>
                  <a:srgbClr val="999999"/>
                </a:solidFill>
                <a:latin typeface="Montserrat"/>
                <a:ea typeface="Montserrat"/>
                <a:cs typeface="Montserrat"/>
              </a:rPr>
              <a:t>df_erp</a:t>
            </a:r>
            <a:r>
              <a:rPr lang="fr" i="1">
                <a:solidFill>
                  <a:srgbClr val="999999"/>
                </a:solidFill>
                <a:latin typeface="Montserrat"/>
                <a:ea typeface="Montserrat"/>
                <a:cs typeface="Montserrat"/>
              </a:rPr>
              <a:t> et </a:t>
            </a:r>
            <a:r>
              <a:rPr lang="fr" i="1" err="1">
                <a:solidFill>
                  <a:srgbClr val="999999"/>
                </a:solidFill>
                <a:latin typeface="Montserrat"/>
                <a:ea typeface="Montserrat"/>
                <a:cs typeface="Montserrat"/>
              </a:rPr>
              <a:t>df_liaison</a:t>
            </a:r>
            <a:r>
              <a:rPr lang="fr" i="1">
                <a:solidFill>
                  <a:srgbClr val="999999"/>
                </a:solidFill>
                <a:latin typeface="Montserrat"/>
                <a:ea typeface="Montserrat"/>
                <a:cs typeface="Montserrat"/>
              </a:rPr>
              <a:t> vers un fichier </a:t>
            </a:r>
            <a:r>
              <a:rPr lang="fr" i="1" err="1">
                <a:solidFill>
                  <a:srgbClr val="999999"/>
                </a:solidFill>
                <a:latin typeface="Montserrat"/>
                <a:ea typeface="Montserrat"/>
                <a:cs typeface="Montserrat"/>
              </a:rPr>
              <a:t>df_merge</a:t>
            </a:r>
            <a:r>
              <a:rPr lang="fr" i="1">
                <a:solidFill>
                  <a:srgbClr val="999999"/>
                </a:solidFill>
                <a:latin typeface="Montserrat"/>
                <a:ea typeface="Montserrat"/>
                <a:cs typeface="Montserrat"/>
              </a:rPr>
              <a:t>.</a:t>
            </a:r>
            <a:endParaRPr lang="fr" i="1">
              <a:solidFill>
                <a:srgbClr val="999999"/>
              </a:solidFill>
              <a:latin typeface="Montserrat"/>
              <a:ea typeface="Montserrat"/>
              <a:cs typeface="Montserrat"/>
              <a:sym typeface="Montserrat"/>
            </a:endParaRPr>
          </a:p>
          <a:p>
            <a:pPr>
              <a:lnSpc>
                <a:spcPct val="114999"/>
              </a:lnSpc>
              <a:buClr>
                <a:srgbClr val="999999"/>
              </a:buClr>
              <a:buFont typeface="Montserrat"/>
              <a:buChar char="●"/>
            </a:pPr>
            <a:r>
              <a:rPr lang="fr" i="1">
                <a:solidFill>
                  <a:srgbClr val="999999"/>
                </a:solidFill>
                <a:latin typeface="Montserrat"/>
                <a:ea typeface="Montserrat"/>
                <a:cs typeface="Montserrat"/>
                <a:sym typeface="Montserrat"/>
              </a:rPr>
              <a:t>La jonction se fait grâce à la colonne </a:t>
            </a:r>
            <a:r>
              <a:rPr lang="fr" i="1" err="1">
                <a:solidFill>
                  <a:srgbClr val="999999"/>
                </a:solidFill>
                <a:latin typeface="Montserrat"/>
                <a:ea typeface="Montserrat"/>
                <a:cs typeface="Montserrat"/>
                <a:sym typeface="Montserrat"/>
              </a:rPr>
              <a:t>product_id</a:t>
            </a:r>
            <a:r>
              <a:rPr lang="fr" i="1">
                <a:solidFill>
                  <a:srgbClr val="999999"/>
                </a:solidFill>
                <a:latin typeface="Montserrat"/>
                <a:ea typeface="Montserrat"/>
                <a:cs typeface="Montserrat"/>
                <a:sym typeface="Montserrat"/>
              </a:rPr>
              <a:t> avec une jonction de type "</a:t>
            </a:r>
            <a:r>
              <a:rPr lang="fr" i="1" err="1">
                <a:solidFill>
                  <a:srgbClr val="999999"/>
                </a:solidFill>
                <a:latin typeface="Montserrat"/>
                <a:ea typeface="Montserrat"/>
                <a:cs typeface="Montserrat"/>
                <a:sym typeface="Montserrat"/>
              </a:rPr>
              <a:t>outer</a:t>
            </a:r>
            <a:r>
              <a:rPr lang="fr" i="1">
                <a:solidFill>
                  <a:srgbClr val="999999"/>
                </a:solidFill>
                <a:latin typeface="Montserrat"/>
                <a:ea typeface="Montserrat"/>
                <a:cs typeface="Montserrat"/>
                <a:sym typeface="Montserrat"/>
              </a:rPr>
              <a:t>" afin de garder toutes les lignes des deux </a:t>
            </a:r>
            <a:r>
              <a:rPr lang="fr" i="1" err="1">
                <a:solidFill>
                  <a:srgbClr val="999999"/>
                </a:solidFill>
                <a:latin typeface="Montserrat"/>
                <a:ea typeface="Montserrat"/>
                <a:cs typeface="Montserrat"/>
                <a:sym typeface="Montserrat"/>
              </a:rPr>
              <a:t>datasets</a:t>
            </a:r>
            <a:r>
              <a:rPr lang="fr" i="1">
                <a:solidFill>
                  <a:srgbClr val="999999"/>
                </a:solidFill>
                <a:latin typeface="Montserrat"/>
                <a:ea typeface="Montserrat"/>
                <a:cs typeface="Montserrat"/>
                <a:sym typeface="Montserrat"/>
              </a:rPr>
              <a:t>.</a:t>
            </a:r>
            <a:endParaRPr i="1">
              <a:solidFill>
                <a:srgbClr val="999999"/>
              </a:solidFill>
              <a:latin typeface="Montserrat"/>
              <a:ea typeface="Montserrat"/>
              <a:cs typeface="Montserrat"/>
            </a:endParaRPr>
          </a:p>
          <a:p>
            <a:pPr marL="114300" marR="0" lvl="0" indent="0" algn="l" rtl="0">
              <a:lnSpc>
                <a:spcPct val="115000"/>
              </a:lnSpc>
              <a:spcBef>
                <a:spcPts val="0"/>
              </a:spcBef>
              <a:spcAft>
                <a:spcPts val="0"/>
              </a:spcAft>
              <a:buClr>
                <a:srgbClr val="434343"/>
              </a:buClr>
              <a:buSzPts val="1800"/>
              <a:buNone/>
            </a:pPr>
            <a:endParaRPr lang="fr">
              <a:solidFill>
                <a:srgbClr val="434343"/>
              </a:solidFill>
              <a:latin typeface="Montserrat"/>
            </a:endParaRPr>
          </a:p>
        </p:txBody>
      </p:sp>
      <p:sp>
        <p:nvSpPr>
          <p:cNvPr id="72" name="Google Shape;72;p5">
            <a:extLst>
              <a:ext uri="{FF2B5EF4-FFF2-40B4-BE49-F238E27FC236}">
                <a16:creationId xmlns:a16="http://schemas.microsoft.com/office/drawing/2014/main" id="{137BDDE7-048F-E812-CE1C-16C3D38B0C54}"/>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5">
            <a:extLst>
              <a:ext uri="{FF2B5EF4-FFF2-40B4-BE49-F238E27FC236}">
                <a16:creationId xmlns:a16="http://schemas.microsoft.com/office/drawing/2014/main" id="{F76AB58E-7C17-5D8F-6A03-B1D7952559B3}"/>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rPr>
              <a:t>Fusion ou </a:t>
            </a:r>
            <a:r>
              <a:rPr lang="fr" sz="2500">
                <a:solidFill>
                  <a:srgbClr val="F3F3F3"/>
                </a:solidFill>
                <a:latin typeface="Montserrat"/>
                <a:ea typeface="Montserrat"/>
                <a:cs typeface="Montserrat"/>
                <a:sym typeface="Montserrat"/>
              </a:rPr>
              <a:t>consolidation</a:t>
            </a:r>
            <a:r>
              <a:rPr lang="fr" sz="2500" b="0" i="0" u="none" strike="noStrike" cap="none">
                <a:solidFill>
                  <a:srgbClr val="F3F3F3"/>
                </a:solidFill>
                <a:latin typeface="Montserrat"/>
                <a:ea typeface="Montserrat"/>
                <a:cs typeface="Montserrat"/>
                <a:sym typeface="Montserrat"/>
              </a:rPr>
              <a:t> des données</a:t>
            </a:r>
            <a:endParaRPr sz="2500" b="0" i="0" u="none" strike="noStrike" cap="none">
              <a:solidFill>
                <a:srgbClr val="F3F3F3"/>
              </a:solidFill>
              <a:latin typeface="Montserrat"/>
              <a:ea typeface="Montserrat"/>
              <a:cs typeface="Montserrat"/>
              <a:sym typeface="Montserrat"/>
            </a:endParaRPr>
          </a:p>
        </p:txBody>
      </p:sp>
      <p:sp>
        <p:nvSpPr>
          <p:cNvPr id="74" name="Google Shape;74;p5">
            <a:extLst>
              <a:ext uri="{FF2B5EF4-FFF2-40B4-BE49-F238E27FC236}">
                <a16:creationId xmlns:a16="http://schemas.microsoft.com/office/drawing/2014/main" id="{DD81B68B-9CC2-7897-7606-B576BED1DBD7}"/>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 name="Image 1" descr="Une image contenant texte, capture d’écran, Police, ligne&#10;&#10;Le contenu généré par l’IA peut être incorrect.">
            <a:extLst>
              <a:ext uri="{FF2B5EF4-FFF2-40B4-BE49-F238E27FC236}">
                <a16:creationId xmlns:a16="http://schemas.microsoft.com/office/drawing/2014/main" id="{9B572DDA-6DF2-CD87-3294-DBC4035F3601}"/>
              </a:ext>
            </a:extLst>
          </p:cNvPr>
          <p:cNvPicPr>
            <a:picLocks noChangeAspect="1"/>
          </p:cNvPicPr>
          <p:nvPr/>
        </p:nvPicPr>
        <p:blipFill>
          <a:blip r:embed="rId3"/>
          <a:stretch>
            <a:fillRect/>
          </a:stretch>
        </p:blipFill>
        <p:spPr>
          <a:xfrm>
            <a:off x="127295" y="2899313"/>
            <a:ext cx="6094870" cy="1306378"/>
          </a:xfrm>
          <a:prstGeom prst="rect">
            <a:avLst/>
          </a:prstGeom>
        </p:spPr>
      </p:pic>
      <p:pic>
        <p:nvPicPr>
          <p:cNvPr id="3" name="Image 2" descr="Une image contenant texte, capture d’écran, Police, nombre&#10;&#10;Le contenu généré par l’IA peut être incorrect.">
            <a:extLst>
              <a:ext uri="{FF2B5EF4-FFF2-40B4-BE49-F238E27FC236}">
                <a16:creationId xmlns:a16="http://schemas.microsoft.com/office/drawing/2014/main" id="{81A1510C-F447-8EB9-142A-72C0332D87A3}"/>
              </a:ext>
            </a:extLst>
          </p:cNvPr>
          <p:cNvPicPr>
            <a:picLocks noChangeAspect="1"/>
          </p:cNvPicPr>
          <p:nvPr/>
        </p:nvPicPr>
        <p:blipFill>
          <a:blip r:embed="rId4"/>
          <a:stretch>
            <a:fillRect/>
          </a:stretch>
        </p:blipFill>
        <p:spPr>
          <a:xfrm>
            <a:off x="6320807" y="2844504"/>
            <a:ext cx="2643592" cy="1411153"/>
          </a:xfrm>
          <a:prstGeom prst="rect">
            <a:avLst/>
          </a:prstGeom>
        </p:spPr>
      </p:pic>
    </p:spTree>
    <p:extLst>
      <p:ext uri="{BB962C8B-B14F-4D97-AF65-F5344CB8AC3E}">
        <p14:creationId xmlns:p14="http://schemas.microsoft.com/office/powerpoint/2010/main" val="2667397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5"/>
          <p:cNvSpPr txBox="1">
            <a:spLocks noGrp="1"/>
          </p:cNvSpPr>
          <p:nvPr>
            <p:ph type="body" idx="1"/>
          </p:nvPr>
        </p:nvSpPr>
        <p:spPr>
          <a:xfrm>
            <a:off x="129392" y="1462750"/>
            <a:ext cx="8888684" cy="3416400"/>
          </a:xfrm>
          <a:prstGeom prst="rect">
            <a:avLst/>
          </a:prstGeom>
          <a:noFill/>
          <a:ln>
            <a:noFill/>
          </a:ln>
        </p:spPr>
        <p:txBody>
          <a:bodyPr spcFirstLastPara="1" wrap="square" lIns="91425" tIns="91425" rIns="91425" bIns="91425" anchor="t" anchorCtr="0">
            <a:normAutofit/>
          </a:bodyPr>
          <a:lstStyle/>
          <a:p>
            <a:pPr>
              <a:buClr>
                <a:srgbClr val="999999"/>
              </a:buClr>
              <a:buFont typeface="Montserrat"/>
              <a:buChar char="●"/>
            </a:pPr>
            <a:r>
              <a:rPr lang="fr" i="1">
                <a:solidFill>
                  <a:srgbClr val="999999"/>
                </a:solidFill>
                <a:latin typeface="Montserrat"/>
                <a:ea typeface="Montserrat"/>
                <a:cs typeface="Montserrat"/>
              </a:rPr>
              <a:t>Jonction de </a:t>
            </a:r>
            <a:r>
              <a:rPr lang="fr" i="1" err="1">
                <a:solidFill>
                  <a:srgbClr val="999999"/>
                </a:solidFill>
                <a:latin typeface="Montserrat"/>
                <a:ea typeface="Montserrat"/>
                <a:cs typeface="Montserrat"/>
              </a:rPr>
              <a:t>df_merge</a:t>
            </a:r>
            <a:r>
              <a:rPr lang="fr" i="1">
                <a:solidFill>
                  <a:srgbClr val="999999"/>
                </a:solidFill>
                <a:latin typeface="Montserrat"/>
                <a:ea typeface="Montserrat"/>
                <a:cs typeface="Montserrat"/>
              </a:rPr>
              <a:t> et </a:t>
            </a:r>
            <a:r>
              <a:rPr lang="fr" i="1" err="1">
                <a:solidFill>
                  <a:srgbClr val="999999"/>
                </a:solidFill>
                <a:latin typeface="Montserrat"/>
                <a:ea typeface="Montserrat"/>
                <a:cs typeface="Montserrat"/>
              </a:rPr>
              <a:t>df_web</a:t>
            </a:r>
            <a:r>
              <a:rPr lang="fr" i="1">
                <a:solidFill>
                  <a:srgbClr val="999999"/>
                </a:solidFill>
                <a:latin typeface="Montserrat"/>
                <a:ea typeface="Montserrat"/>
                <a:cs typeface="Montserrat"/>
              </a:rPr>
              <a:t> vers un fichier </a:t>
            </a:r>
            <a:r>
              <a:rPr lang="fr" i="1" err="1">
                <a:solidFill>
                  <a:srgbClr val="999999"/>
                </a:solidFill>
                <a:latin typeface="Montserrat"/>
                <a:ea typeface="Montserrat"/>
                <a:cs typeface="Montserrat"/>
              </a:rPr>
              <a:t>df_merge</a:t>
            </a:r>
            <a:r>
              <a:rPr lang="fr" i="1">
                <a:solidFill>
                  <a:srgbClr val="999999"/>
                </a:solidFill>
                <a:latin typeface="Montserrat"/>
                <a:ea typeface="Montserrat"/>
                <a:cs typeface="Montserrat"/>
              </a:rPr>
              <a:t>.</a:t>
            </a:r>
            <a:endParaRPr lang="fr" i="1">
              <a:solidFill>
                <a:srgbClr val="999999"/>
              </a:solidFill>
              <a:latin typeface="Montserrat"/>
              <a:ea typeface="Montserrat"/>
              <a:cs typeface="Montserrat"/>
              <a:sym typeface="Montserrat"/>
            </a:endParaRPr>
          </a:p>
          <a:p>
            <a:pPr>
              <a:lnSpc>
                <a:spcPct val="114999"/>
              </a:lnSpc>
              <a:buClr>
                <a:srgbClr val="999999"/>
              </a:buClr>
              <a:buFont typeface="Montserrat"/>
              <a:buChar char="●"/>
            </a:pPr>
            <a:r>
              <a:rPr lang="fr" i="1">
                <a:solidFill>
                  <a:srgbClr val="999999"/>
                </a:solidFill>
                <a:latin typeface="Montserrat"/>
                <a:ea typeface="Montserrat"/>
                <a:cs typeface="Montserrat"/>
                <a:sym typeface="Montserrat"/>
              </a:rPr>
              <a:t>La jonction se fait grâce à la colonne  </a:t>
            </a:r>
            <a:r>
              <a:rPr lang="fr" i="1" err="1">
                <a:solidFill>
                  <a:srgbClr val="999999"/>
                </a:solidFill>
                <a:latin typeface="Montserrat"/>
                <a:ea typeface="Montserrat"/>
                <a:cs typeface="Montserrat"/>
                <a:sym typeface="Montserrat"/>
              </a:rPr>
              <a:t>id_web</a:t>
            </a:r>
            <a:r>
              <a:rPr lang="fr" i="1">
                <a:solidFill>
                  <a:srgbClr val="999999"/>
                </a:solidFill>
                <a:latin typeface="Montserrat"/>
                <a:ea typeface="Montserrat"/>
                <a:cs typeface="Montserrat"/>
                <a:sym typeface="Montserrat"/>
              </a:rPr>
              <a:t> (renommer la colonne </a:t>
            </a:r>
            <a:r>
              <a:rPr lang="fr" i="1" err="1">
                <a:solidFill>
                  <a:srgbClr val="999999"/>
                </a:solidFill>
                <a:latin typeface="Montserrat"/>
                <a:ea typeface="Montserrat"/>
                <a:cs typeface="Montserrat"/>
                <a:sym typeface="Montserrat"/>
              </a:rPr>
              <a:t>sku</a:t>
            </a:r>
            <a:r>
              <a:rPr lang="fr" i="1">
                <a:solidFill>
                  <a:srgbClr val="999999"/>
                </a:solidFill>
                <a:latin typeface="Montserrat"/>
                <a:ea typeface="Montserrat"/>
                <a:cs typeface="Montserrat"/>
                <a:sym typeface="Montserrat"/>
              </a:rPr>
              <a:t> en </a:t>
            </a:r>
            <a:r>
              <a:rPr lang="fr" i="1" err="1">
                <a:solidFill>
                  <a:srgbClr val="999999"/>
                </a:solidFill>
                <a:latin typeface="Montserrat"/>
                <a:ea typeface="Montserrat"/>
                <a:cs typeface="Montserrat"/>
                <a:sym typeface="Montserrat"/>
              </a:rPr>
              <a:t>id_web</a:t>
            </a:r>
            <a:r>
              <a:rPr lang="fr" i="1">
                <a:solidFill>
                  <a:srgbClr val="999999"/>
                </a:solidFill>
                <a:latin typeface="Montserrat"/>
                <a:ea typeface="Montserrat"/>
                <a:cs typeface="Montserrat"/>
                <a:sym typeface="Montserrat"/>
              </a:rPr>
              <a:t>) avec une jonction de type "</a:t>
            </a:r>
            <a:r>
              <a:rPr lang="fr" i="1" err="1">
                <a:solidFill>
                  <a:srgbClr val="999999"/>
                </a:solidFill>
                <a:latin typeface="Montserrat"/>
                <a:ea typeface="Montserrat"/>
                <a:cs typeface="Montserrat"/>
                <a:sym typeface="Montserrat"/>
              </a:rPr>
              <a:t>left</a:t>
            </a:r>
            <a:r>
              <a:rPr lang="fr" i="1">
                <a:solidFill>
                  <a:srgbClr val="999999"/>
                </a:solidFill>
                <a:latin typeface="Montserrat"/>
                <a:ea typeface="Montserrat"/>
                <a:cs typeface="Montserrat"/>
                <a:sym typeface="Montserrat"/>
              </a:rPr>
              <a:t>".</a:t>
            </a:r>
            <a:endParaRPr i="1">
              <a:solidFill>
                <a:srgbClr val="999999"/>
              </a:solidFill>
              <a:latin typeface="Montserrat"/>
              <a:ea typeface="Montserrat"/>
              <a:cs typeface="Montserrat"/>
            </a:endParaRPr>
          </a:p>
          <a:p>
            <a:pPr>
              <a:lnSpc>
                <a:spcPct val="114999"/>
              </a:lnSpc>
              <a:buClr>
                <a:srgbClr val="999999"/>
              </a:buClr>
              <a:buFont typeface="Montserrat"/>
              <a:buChar char="●"/>
            </a:pPr>
            <a:r>
              <a:rPr lang="fr" i="1">
                <a:solidFill>
                  <a:srgbClr val="999999"/>
                </a:solidFill>
                <a:latin typeface="Montserrat"/>
              </a:rPr>
              <a:t>Suppression des doublons durant la jonction.</a:t>
            </a:r>
          </a:p>
          <a:p>
            <a:pPr>
              <a:lnSpc>
                <a:spcPct val="114999"/>
              </a:lnSpc>
              <a:buClr>
                <a:srgbClr val="999999"/>
              </a:buClr>
              <a:buFont typeface="Montserrat"/>
              <a:buChar char="●"/>
            </a:pPr>
            <a:endParaRPr lang="fr" i="1">
              <a:solidFill>
                <a:srgbClr val="999999"/>
              </a:solidFill>
              <a:latin typeface="Montserrat"/>
            </a:endParaRPr>
          </a:p>
          <a:p>
            <a:pPr>
              <a:lnSpc>
                <a:spcPct val="114999"/>
              </a:lnSpc>
              <a:buClr>
                <a:srgbClr val="999999"/>
              </a:buClr>
              <a:buFont typeface="Montserrat"/>
              <a:buChar char="●"/>
            </a:pPr>
            <a:endParaRPr lang="fr" i="1">
              <a:solidFill>
                <a:srgbClr val="999999"/>
              </a:solidFill>
              <a:latin typeface="Montserrat"/>
            </a:endParaRPr>
          </a:p>
          <a:p>
            <a:pPr>
              <a:lnSpc>
                <a:spcPct val="114999"/>
              </a:lnSpc>
              <a:buClr>
                <a:srgbClr val="999999"/>
              </a:buClr>
              <a:buFont typeface="Montserrat"/>
              <a:buChar char="●"/>
            </a:pPr>
            <a:r>
              <a:rPr lang="fr" i="1">
                <a:solidFill>
                  <a:srgbClr val="999999"/>
                </a:solidFill>
                <a:latin typeface="Montserrat"/>
              </a:rPr>
              <a:t>Présence de 91 lignes NA.</a:t>
            </a:r>
          </a:p>
          <a:p>
            <a:pPr marL="114300" indent="0">
              <a:buClr>
                <a:srgbClr val="434343"/>
              </a:buClr>
              <a:buNone/>
            </a:pPr>
            <a:endParaRPr lang="fr">
              <a:solidFill>
                <a:srgbClr val="434343"/>
              </a:solidFill>
              <a:latin typeface="Montserrat"/>
            </a:endParaRPr>
          </a:p>
        </p:txBody>
      </p:sp>
      <p:sp>
        <p:nvSpPr>
          <p:cNvPr id="72" name="Google Shape;72;p5"/>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5"/>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rPr>
              <a:t>Fusion ou </a:t>
            </a:r>
            <a:r>
              <a:rPr lang="fr" sz="2500">
                <a:solidFill>
                  <a:srgbClr val="F3F3F3"/>
                </a:solidFill>
                <a:latin typeface="Montserrat"/>
                <a:ea typeface="Montserrat"/>
                <a:cs typeface="Montserrat"/>
                <a:sym typeface="Montserrat"/>
              </a:rPr>
              <a:t>consolidation</a:t>
            </a:r>
            <a:r>
              <a:rPr lang="fr" sz="2500" b="0" i="0" u="none" strike="noStrike" cap="none">
                <a:solidFill>
                  <a:srgbClr val="F3F3F3"/>
                </a:solidFill>
                <a:latin typeface="Montserrat"/>
                <a:ea typeface="Montserrat"/>
                <a:cs typeface="Montserrat"/>
                <a:sym typeface="Montserrat"/>
              </a:rPr>
              <a:t> des données</a:t>
            </a:r>
            <a:endParaRPr sz="2500" b="0" i="0" u="none" strike="noStrike" cap="none">
              <a:solidFill>
                <a:srgbClr val="F3F3F3"/>
              </a:solidFill>
              <a:latin typeface="Montserrat"/>
              <a:ea typeface="Montserrat"/>
              <a:cs typeface="Montserrat"/>
              <a:sym typeface="Montserrat"/>
            </a:endParaRPr>
          </a:p>
        </p:txBody>
      </p:sp>
      <p:sp>
        <p:nvSpPr>
          <p:cNvPr id="74" name="Google Shape;74;p5"/>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 name="Image 3" descr="Une image contenant texte, capture d’écran, Police, ligne&#10;&#10;Le contenu généré par l’IA peut être incorrect.">
            <a:extLst>
              <a:ext uri="{FF2B5EF4-FFF2-40B4-BE49-F238E27FC236}">
                <a16:creationId xmlns:a16="http://schemas.microsoft.com/office/drawing/2014/main" id="{43040192-BCF0-E433-9AF1-3FCF248C732C}"/>
              </a:ext>
            </a:extLst>
          </p:cNvPr>
          <p:cNvPicPr>
            <a:picLocks noChangeAspect="1"/>
          </p:cNvPicPr>
          <p:nvPr/>
        </p:nvPicPr>
        <p:blipFill>
          <a:blip r:embed="rId3"/>
          <a:stretch>
            <a:fillRect/>
          </a:stretch>
        </p:blipFill>
        <p:spPr>
          <a:xfrm>
            <a:off x="353555" y="2924608"/>
            <a:ext cx="8155984" cy="41791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6"/>
          <p:cNvSpPr txBox="1">
            <a:spLocks noGrp="1"/>
          </p:cNvSpPr>
          <p:nvPr>
            <p:ph type="body" idx="1"/>
          </p:nvPr>
        </p:nvSpPr>
        <p:spPr>
          <a:xfrm>
            <a:off x="309" y="1528607"/>
            <a:ext cx="9063304" cy="3416400"/>
          </a:xfrm>
          <a:prstGeom prst="rect">
            <a:avLst/>
          </a:prstGeom>
          <a:noFill/>
          <a:ln>
            <a:noFill/>
          </a:ln>
        </p:spPr>
        <p:txBody>
          <a:bodyPr spcFirstLastPara="1" wrap="square" lIns="91425" tIns="91425" rIns="91425" bIns="91425" anchor="t" anchorCtr="0">
            <a:normAutofit/>
          </a:bodyPr>
          <a:lstStyle/>
          <a:p>
            <a:pPr>
              <a:lnSpc>
                <a:spcPct val="114999"/>
              </a:lnSpc>
              <a:buClr>
                <a:srgbClr val="999999"/>
              </a:buClr>
              <a:buFont typeface="Montserrat"/>
              <a:buChar char="●"/>
            </a:pPr>
            <a:r>
              <a:rPr lang="fr" sz="1200" i="1">
                <a:solidFill>
                  <a:srgbClr val="999999"/>
                </a:solidFill>
                <a:latin typeface="Montserrat"/>
                <a:ea typeface="Montserrat"/>
                <a:cs typeface="Montserrat"/>
                <a:sym typeface="Montserrat"/>
              </a:rPr>
              <a:t>Réalisation de deux boîtes à moustache pour montrer la répartition des prix (Pandas et </a:t>
            </a:r>
            <a:r>
              <a:rPr lang="fr" sz="1200" i="1" err="1">
                <a:solidFill>
                  <a:srgbClr val="999999"/>
                </a:solidFill>
                <a:latin typeface="Montserrat"/>
                <a:ea typeface="Montserrat"/>
                <a:cs typeface="Montserrat"/>
                <a:sym typeface="Montserrat"/>
              </a:rPr>
              <a:t>Plotly</a:t>
            </a:r>
            <a:r>
              <a:rPr lang="fr" sz="1200" i="1">
                <a:solidFill>
                  <a:srgbClr val="999999"/>
                </a:solidFill>
                <a:latin typeface="Montserrat"/>
                <a:ea typeface="Montserrat"/>
                <a:cs typeface="Montserrat"/>
                <a:sym typeface="Montserrat"/>
              </a:rPr>
              <a:t> Express)</a:t>
            </a:r>
            <a:endParaRPr lang="fr-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sym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sym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sym typeface="Montserrat"/>
            </a:endParaRPr>
          </a:p>
          <a:p>
            <a:pPr>
              <a:lnSpc>
                <a:spcPct val="114999"/>
              </a:lnSpc>
              <a:buClr>
                <a:srgbClr val="999999"/>
              </a:buClr>
              <a:buFont typeface="Montserrat"/>
              <a:buChar char="●"/>
            </a:pPr>
            <a:r>
              <a:rPr lang="fr" sz="1200" i="1">
                <a:solidFill>
                  <a:srgbClr val="999999"/>
                </a:solidFill>
                <a:latin typeface="Montserrat"/>
                <a:ea typeface="Montserrat"/>
                <a:cs typeface="Montserrat"/>
                <a:sym typeface="Montserrat"/>
              </a:rPr>
              <a:t>De nombreux prix sont au-dessus de la </a:t>
            </a:r>
            <a:r>
              <a:rPr lang="fr" sz="1200" i="1" err="1">
                <a:solidFill>
                  <a:srgbClr val="999999"/>
                </a:solidFill>
                <a:latin typeface="Montserrat"/>
                <a:ea typeface="Montserrat"/>
                <a:cs typeface="Montserrat"/>
                <a:sym typeface="Montserrat"/>
              </a:rPr>
              <a:t>boxplot</a:t>
            </a:r>
            <a:r>
              <a:rPr lang="fr" sz="1200" i="1">
                <a:solidFill>
                  <a:srgbClr val="999999"/>
                </a:solidFill>
                <a:latin typeface="Montserrat"/>
                <a:ea typeface="Montserrat"/>
                <a:cs typeface="Montserrat"/>
                <a:sym typeface="Montserrat"/>
              </a:rPr>
              <a:t>, mais on retrouve les trois prix négatifs.</a:t>
            </a:r>
            <a:endParaRPr sz="1200" i="1">
              <a:solidFill>
                <a:srgbClr val="999999"/>
              </a:solidFill>
              <a:latin typeface="Montserrat"/>
              <a:ea typeface="Montserrat"/>
              <a:cs typeface="Montserrat"/>
            </a:endParaRPr>
          </a:p>
          <a:p>
            <a:pPr>
              <a:lnSpc>
                <a:spcPct val="114999"/>
              </a:lnSpc>
              <a:buClr>
                <a:srgbClr val="999999"/>
              </a:buClr>
              <a:buFont typeface="Montserrat"/>
              <a:buChar char="●"/>
            </a:pPr>
            <a:r>
              <a:rPr lang="fr" sz="1200" i="1">
                <a:solidFill>
                  <a:srgbClr val="999999"/>
                </a:solidFill>
                <a:latin typeface="Montserrat"/>
                <a:ea typeface="Montserrat"/>
                <a:cs typeface="Montserrat"/>
                <a:sym typeface="Montserrat"/>
              </a:rPr>
              <a:t>Les trois prix négatifs doivent être nettoyés car ils trompent les résultats de l'analyse et peuvent être problématiques pour les résultats futurs de l'analyse.</a:t>
            </a:r>
            <a:endParaRPr lang="fr" sz="1200" i="1">
              <a:solidFill>
                <a:srgbClr val="999999"/>
              </a:solidFill>
              <a:latin typeface="Montserrat"/>
              <a:ea typeface="Montserrat"/>
              <a:cs typeface="Montserrat"/>
            </a:endParaRPr>
          </a:p>
        </p:txBody>
      </p:sp>
      <p:sp>
        <p:nvSpPr>
          <p:cNvPr id="80" name="Google Shape;80;p6"/>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6"/>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rPr>
              <a:t>Analyses univariées du prix</a:t>
            </a:r>
            <a:endParaRPr sz="2500" b="0" i="0" u="none" strike="noStrike" cap="none">
              <a:solidFill>
                <a:srgbClr val="F3F3F3"/>
              </a:solidFill>
              <a:latin typeface="Montserrat"/>
              <a:ea typeface="Montserrat"/>
              <a:cs typeface="Montserrat"/>
              <a:sym typeface="Montserrat"/>
            </a:endParaRPr>
          </a:p>
        </p:txBody>
      </p:sp>
      <p:sp>
        <p:nvSpPr>
          <p:cNvPr id="82" name="Google Shape;82;p6"/>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 name="Image 1" descr="Une image contenant texte, capture d’écran, diagramme, ligne&#10;&#10;Le contenu généré par l’IA peut être incorrect.">
            <a:extLst>
              <a:ext uri="{FF2B5EF4-FFF2-40B4-BE49-F238E27FC236}">
                <a16:creationId xmlns:a16="http://schemas.microsoft.com/office/drawing/2014/main" id="{7270E3E3-F249-8543-47CD-59A96B566155}"/>
              </a:ext>
            </a:extLst>
          </p:cNvPr>
          <p:cNvPicPr>
            <a:picLocks noChangeAspect="1"/>
          </p:cNvPicPr>
          <p:nvPr/>
        </p:nvPicPr>
        <p:blipFill>
          <a:blip r:embed="rId3"/>
          <a:stretch>
            <a:fillRect/>
          </a:stretch>
        </p:blipFill>
        <p:spPr>
          <a:xfrm>
            <a:off x="292773" y="1871823"/>
            <a:ext cx="2664256" cy="1976196"/>
          </a:xfrm>
          <a:prstGeom prst="rect">
            <a:avLst/>
          </a:prstGeom>
        </p:spPr>
      </p:pic>
      <p:pic>
        <p:nvPicPr>
          <p:cNvPr id="3" name="Image 2" descr="Une image contenant capture d’écran, texte, diagramme, conception&#10;&#10;Le contenu généré par l’IA peut être incorrect.">
            <a:extLst>
              <a:ext uri="{FF2B5EF4-FFF2-40B4-BE49-F238E27FC236}">
                <a16:creationId xmlns:a16="http://schemas.microsoft.com/office/drawing/2014/main" id="{3F96F91D-77B5-4501-7F87-60D2493E8894}"/>
              </a:ext>
            </a:extLst>
          </p:cNvPr>
          <p:cNvPicPr>
            <a:picLocks noChangeAspect="1"/>
          </p:cNvPicPr>
          <p:nvPr/>
        </p:nvPicPr>
        <p:blipFill>
          <a:blip r:embed="rId4"/>
          <a:stretch>
            <a:fillRect/>
          </a:stretch>
        </p:blipFill>
        <p:spPr>
          <a:xfrm>
            <a:off x="3269819" y="1869564"/>
            <a:ext cx="4251056" cy="194681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8">
          <a:extLst>
            <a:ext uri="{FF2B5EF4-FFF2-40B4-BE49-F238E27FC236}">
              <a16:creationId xmlns:a16="http://schemas.microsoft.com/office/drawing/2014/main" id="{3A3FD796-6F01-3E1A-5A09-B9ACEEC750DB}"/>
            </a:ext>
          </a:extLst>
        </p:cNvPr>
        <p:cNvGrpSpPr/>
        <p:nvPr/>
      </p:nvGrpSpPr>
      <p:grpSpPr>
        <a:xfrm>
          <a:off x="0" y="0"/>
          <a:ext cx="0" cy="0"/>
          <a:chOff x="0" y="0"/>
          <a:chExt cx="0" cy="0"/>
        </a:xfrm>
      </p:grpSpPr>
      <p:sp>
        <p:nvSpPr>
          <p:cNvPr id="79" name="Google Shape;79;p6">
            <a:extLst>
              <a:ext uri="{FF2B5EF4-FFF2-40B4-BE49-F238E27FC236}">
                <a16:creationId xmlns:a16="http://schemas.microsoft.com/office/drawing/2014/main" id="{6116B2F2-03B3-65AE-BC09-0E213A8EFAE2}"/>
              </a:ext>
            </a:extLst>
          </p:cNvPr>
          <p:cNvSpPr txBox="1">
            <a:spLocks noGrp="1"/>
          </p:cNvSpPr>
          <p:nvPr>
            <p:ph type="body" idx="1"/>
          </p:nvPr>
        </p:nvSpPr>
        <p:spPr>
          <a:xfrm>
            <a:off x="309" y="1528607"/>
            <a:ext cx="9063304" cy="3416400"/>
          </a:xfrm>
          <a:prstGeom prst="rect">
            <a:avLst/>
          </a:prstGeom>
          <a:noFill/>
          <a:ln>
            <a:noFill/>
          </a:ln>
        </p:spPr>
        <p:txBody>
          <a:bodyPr spcFirstLastPara="1" wrap="square" lIns="91425" tIns="91425" rIns="91425" bIns="91425" anchor="t" anchorCtr="0">
            <a:normAutofit/>
          </a:bodyPr>
          <a:lstStyle/>
          <a:p>
            <a:pPr>
              <a:lnSpc>
                <a:spcPct val="114999"/>
              </a:lnSpc>
              <a:buClr>
                <a:srgbClr val="999999"/>
              </a:buClr>
              <a:buFont typeface="Montserrat"/>
              <a:buChar char="●"/>
            </a:pPr>
            <a:r>
              <a:rPr lang="fr" sz="1200" i="1">
                <a:solidFill>
                  <a:srgbClr val="999999"/>
                </a:solidFill>
                <a:latin typeface="Montserrat"/>
                <a:ea typeface="Montserrat"/>
                <a:cs typeface="Montserrat"/>
                <a:sym typeface="Montserrat"/>
              </a:rPr>
              <a:t>Exploration par l'utilisation de méthodes statistiques.</a:t>
            </a:r>
            <a:endParaRPr lang="fr-FR" sz="1200" i="1">
              <a:solidFill>
                <a:srgbClr val="999999"/>
              </a:solidFill>
              <a:latin typeface="Montserrat"/>
              <a:ea typeface="Montserrat"/>
              <a:cs typeface="Montserrat"/>
            </a:endParaRPr>
          </a:p>
          <a:p>
            <a:pPr>
              <a:lnSpc>
                <a:spcPct val="114999"/>
              </a:lnSpc>
              <a:buClr>
                <a:srgbClr val="999999"/>
              </a:buClr>
              <a:buFont typeface="Montserrat"/>
              <a:buChar char="●"/>
            </a:pPr>
            <a:r>
              <a:rPr lang="fr" sz="1200" b="1" i="1">
                <a:solidFill>
                  <a:srgbClr val="999999"/>
                </a:solidFill>
                <a:latin typeface="Montserrat"/>
                <a:ea typeface="Montserrat"/>
                <a:cs typeface="Montserrat"/>
              </a:rPr>
              <a:t>Identification par le Z-index</a:t>
            </a:r>
            <a:r>
              <a:rPr lang="fr" sz="1200" i="1">
                <a:solidFill>
                  <a:srgbClr val="999999"/>
                </a:solidFill>
                <a:latin typeface="Montserrat"/>
                <a:ea typeface="Montserrat"/>
                <a:cs typeface="Montserrat"/>
              </a:rPr>
              <a:t> ("</a:t>
            </a:r>
            <a:r>
              <a:rPr lang="fr" sz="1200" i="1">
                <a:solidFill>
                  <a:srgbClr val="999999"/>
                </a:solidFill>
                <a:latin typeface="Montserrat"/>
                <a:ea typeface="Montserrat"/>
              </a:rPr>
              <a:t>mesure statistique qui décrit la position d'une valeur donnée par rapport à la moyenne d'un groupe de valeurs, position mesurée en fonction de l'écart-type").</a:t>
            </a: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sym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p:txBody>
      </p:sp>
      <p:sp>
        <p:nvSpPr>
          <p:cNvPr id="80" name="Google Shape;80;p6">
            <a:extLst>
              <a:ext uri="{FF2B5EF4-FFF2-40B4-BE49-F238E27FC236}">
                <a16:creationId xmlns:a16="http://schemas.microsoft.com/office/drawing/2014/main" id="{CED32C6D-680C-1F42-526B-3A1A7243AC4D}"/>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6">
            <a:extLst>
              <a:ext uri="{FF2B5EF4-FFF2-40B4-BE49-F238E27FC236}">
                <a16:creationId xmlns:a16="http://schemas.microsoft.com/office/drawing/2014/main" id="{987EBA45-A65F-462D-B211-0CBD739A07DC}"/>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rPr>
              <a:t>Analyses univariées du prix</a:t>
            </a:r>
            <a:endParaRPr sz="2500" b="0" i="0" u="none" strike="noStrike" cap="none">
              <a:solidFill>
                <a:srgbClr val="F3F3F3"/>
              </a:solidFill>
              <a:latin typeface="Montserrat"/>
              <a:ea typeface="Montserrat"/>
              <a:cs typeface="Montserrat"/>
              <a:sym typeface="Montserrat"/>
            </a:endParaRPr>
          </a:p>
        </p:txBody>
      </p:sp>
      <p:sp>
        <p:nvSpPr>
          <p:cNvPr id="82" name="Google Shape;82;p6">
            <a:extLst>
              <a:ext uri="{FF2B5EF4-FFF2-40B4-BE49-F238E27FC236}">
                <a16:creationId xmlns:a16="http://schemas.microsoft.com/office/drawing/2014/main" id="{392A013F-455B-8623-B757-7C95F7803500}"/>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 name="Image 3" descr="Une image contenant texte, Police, capture d’écran, ligne&#10;&#10;Le contenu généré par l’IA peut être incorrect.">
            <a:extLst>
              <a:ext uri="{FF2B5EF4-FFF2-40B4-BE49-F238E27FC236}">
                <a16:creationId xmlns:a16="http://schemas.microsoft.com/office/drawing/2014/main" id="{6A45FE7F-9323-E691-15FC-DEC4E4F7B10A}"/>
              </a:ext>
            </a:extLst>
          </p:cNvPr>
          <p:cNvPicPr>
            <a:picLocks noChangeAspect="1"/>
          </p:cNvPicPr>
          <p:nvPr/>
        </p:nvPicPr>
        <p:blipFill>
          <a:blip r:embed="rId3"/>
          <a:stretch>
            <a:fillRect/>
          </a:stretch>
        </p:blipFill>
        <p:spPr>
          <a:xfrm>
            <a:off x="264278" y="2868559"/>
            <a:ext cx="5467350" cy="733425"/>
          </a:xfrm>
          <a:prstGeom prst="rect">
            <a:avLst/>
          </a:prstGeom>
        </p:spPr>
      </p:pic>
      <p:pic>
        <p:nvPicPr>
          <p:cNvPr id="5" name="Image 4" descr="Une image contenant texte, capture d’écran, Police, nombre&#10;&#10;Le contenu généré par l’IA peut être incorrect.">
            <a:extLst>
              <a:ext uri="{FF2B5EF4-FFF2-40B4-BE49-F238E27FC236}">
                <a16:creationId xmlns:a16="http://schemas.microsoft.com/office/drawing/2014/main" id="{F15AA181-B347-7ED4-BFEC-8E902DDB65B0}"/>
              </a:ext>
            </a:extLst>
          </p:cNvPr>
          <p:cNvPicPr>
            <a:picLocks noChangeAspect="1"/>
          </p:cNvPicPr>
          <p:nvPr/>
        </p:nvPicPr>
        <p:blipFill>
          <a:blip r:embed="rId4"/>
          <a:stretch>
            <a:fillRect/>
          </a:stretch>
        </p:blipFill>
        <p:spPr>
          <a:xfrm>
            <a:off x="6117956" y="2275909"/>
            <a:ext cx="2380928" cy="2669423"/>
          </a:xfrm>
          <a:prstGeom prst="rect">
            <a:avLst/>
          </a:prstGeom>
        </p:spPr>
      </p:pic>
    </p:spTree>
    <p:extLst>
      <p:ext uri="{BB962C8B-B14F-4D97-AF65-F5344CB8AC3E}">
        <p14:creationId xmlns:p14="http://schemas.microsoft.com/office/powerpoint/2010/main" val="700401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8">
          <a:extLst>
            <a:ext uri="{FF2B5EF4-FFF2-40B4-BE49-F238E27FC236}">
              <a16:creationId xmlns:a16="http://schemas.microsoft.com/office/drawing/2014/main" id="{3A3D76A7-F45F-60BD-4DCE-637884E5FE0E}"/>
            </a:ext>
          </a:extLst>
        </p:cNvPr>
        <p:cNvGrpSpPr/>
        <p:nvPr/>
      </p:nvGrpSpPr>
      <p:grpSpPr>
        <a:xfrm>
          <a:off x="0" y="0"/>
          <a:ext cx="0" cy="0"/>
          <a:chOff x="0" y="0"/>
          <a:chExt cx="0" cy="0"/>
        </a:xfrm>
      </p:grpSpPr>
      <p:sp>
        <p:nvSpPr>
          <p:cNvPr id="79" name="Google Shape;79;p6">
            <a:extLst>
              <a:ext uri="{FF2B5EF4-FFF2-40B4-BE49-F238E27FC236}">
                <a16:creationId xmlns:a16="http://schemas.microsoft.com/office/drawing/2014/main" id="{7137F8BC-8912-2299-554A-215981D5BDEB}"/>
              </a:ext>
            </a:extLst>
          </p:cNvPr>
          <p:cNvSpPr txBox="1">
            <a:spLocks noGrp="1"/>
          </p:cNvSpPr>
          <p:nvPr>
            <p:ph type="body" idx="1"/>
          </p:nvPr>
        </p:nvSpPr>
        <p:spPr>
          <a:xfrm>
            <a:off x="309" y="1528607"/>
            <a:ext cx="9063304" cy="3416400"/>
          </a:xfrm>
          <a:prstGeom prst="rect">
            <a:avLst/>
          </a:prstGeom>
          <a:noFill/>
          <a:ln>
            <a:noFill/>
          </a:ln>
        </p:spPr>
        <p:txBody>
          <a:bodyPr spcFirstLastPara="1" wrap="square" lIns="91425" tIns="91425" rIns="91425" bIns="91425" anchor="t" anchorCtr="0">
            <a:normAutofit/>
          </a:bodyPr>
          <a:lstStyle/>
          <a:p>
            <a:pPr>
              <a:lnSpc>
                <a:spcPct val="114999"/>
              </a:lnSpc>
              <a:buClr>
                <a:srgbClr val="999999"/>
              </a:buClr>
              <a:buFont typeface="Montserrat"/>
              <a:buChar char="●"/>
            </a:pPr>
            <a:r>
              <a:rPr lang="fr" sz="1200" i="1">
                <a:solidFill>
                  <a:srgbClr val="999999"/>
                </a:solidFill>
                <a:latin typeface="Montserrat"/>
                <a:ea typeface="Montserrat"/>
                <a:cs typeface="Montserrat"/>
                <a:sym typeface="Montserrat"/>
              </a:rPr>
              <a:t>Exploration par l'utilisation de méthodes statistiques.</a:t>
            </a:r>
            <a:endParaRPr lang="fr-FR" sz="1200" i="1">
              <a:solidFill>
                <a:srgbClr val="999999"/>
              </a:solidFill>
              <a:latin typeface="Montserrat"/>
              <a:ea typeface="Montserrat"/>
              <a:cs typeface="Montserrat"/>
            </a:endParaRPr>
          </a:p>
          <a:p>
            <a:pPr>
              <a:lnSpc>
                <a:spcPct val="114999"/>
              </a:lnSpc>
              <a:buClr>
                <a:srgbClr val="999999"/>
              </a:buClr>
              <a:buFont typeface="Montserrat"/>
              <a:buChar char="●"/>
            </a:pPr>
            <a:r>
              <a:rPr lang="fr" sz="1200" b="1" i="1">
                <a:solidFill>
                  <a:srgbClr val="999999"/>
                </a:solidFill>
                <a:latin typeface="Montserrat"/>
                <a:ea typeface="Montserrat"/>
                <a:cs typeface="Montserrat"/>
              </a:rPr>
              <a:t>Identification par le Z-index</a:t>
            </a:r>
            <a:r>
              <a:rPr lang="fr" sz="1200" i="1">
                <a:solidFill>
                  <a:srgbClr val="999999"/>
                </a:solidFill>
                <a:latin typeface="Montserrat"/>
                <a:ea typeface="Montserrat"/>
                <a:cs typeface="Montserrat"/>
              </a:rPr>
              <a:t> ("</a:t>
            </a:r>
            <a:r>
              <a:rPr lang="fr" sz="1200" i="1">
                <a:solidFill>
                  <a:srgbClr val="999999"/>
                </a:solidFill>
                <a:latin typeface="Montserrat"/>
                <a:ea typeface="Montserrat"/>
              </a:rPr>
              <a:t>mesure statistique qui décrit la position d'une valeur donnée par rapport à la moyenne d'un groupe de valeurs, position mesurée en fonction de l'écart-type").</a:t>
            </a: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sym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p:txBody>
      </p:sp>
      <p:sp>
        <p:nvSpPr>
          <p:cNvPr id="80" name="Google Shape;80;p6">
            <a:extLst>
              <a:ext uri="{FF2B5EF4-FFF2-40B4-BE49-F238E27FC236}">
                <a16:creationId xmlns:a16="http://schemas.microsoft.com/office/drawing/2014/main" id="{6823064E-1CD8-E12C-4B1C-21E63299F972}"/>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6">
            <a:extLst>
              <a:ext uri="{FF2B5EF4-FFF2-40B4-BE49-F238E27FC236}">
                <a16:creationId xmlns:a16="http://schemas.microsoft.com/office/drawing/2014/main" id="{42338A35-DC52-1BD2-7924-36529D7B9089}"/>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rPr>
              <a:t>Analyses univariées du prix</a:t>
            </a:r>
            <a:endParaRPr sz="2500" b="0" i="0" u="none" strike="noStrike" cap="none">
              <a:solidFill>
                <a:srgbClr val="F3F3F3"/>
              </a:solidFill>
              <a:latin typeface="Montserrat"/>
              <a:ea typeface="Montserrat"/>
              <a:cs typeface="Montserrat"/>
              <a:sym typeface="Montserrat"/>
            </a:endParaRPr>
          </a:p>
        </p:txBody>
      </p:sp>
      <p:sp>
        <p:nvSpPr>
          <p:cNvPr id="82" name="Google Shape;82;p6">
            <a:extLst>
              <a:ext uri="{FF2B5EF4-FFF2-40B4-BE49-F238E27FC236}">
                <a16:creationId xmlns:a16="http://schemas.microsoft.com/office/drawing/2014/main" id="{38EFC34D-C49C-C087-D453-6C52CC4D4416}"/>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 name="Image 3" descr="Une image contenant texte, Police, capture d’écran, ligne&#10;&#10;Le contenu généré par l’IA peut être incorrect.">
            <a:extLst>
              <a:ext uri="{FF2B5EF4-FFF2-40B4-BE49-F238E27FC236}">
                <a16:creationId xmlns:a16="http://schemas.microsoft.com/office/drawing/2014/main" id="{F1949DF7-F840-2900-D0AE-424FBA2208AE}"/>
              </a:ext>
            </a:extLst>
          </p:cNvPr>
          <p:cNvPicPr>
            <a:picLocks noChangeAspect="1"/>
          </p:cNvPicPr>
          <p:nvPr/>
        </p:nvPicPr>
        <p:blipFill>
          <a:blip r:embed="rId3"/>
          <a:stretch>
            <a:fillRect/>
          </a:stretch>
        </p:blipFill>
        <p:spPr>
          <a:xfrm>
            <a:off x="264278" y="2868559"/>
            <a:ext cx="5467350" cy="733425"/>
          </a:xfrm>
          <a:prstGeom prst="rect">
            <a:avLst/>
          </a:prstGeom>
        </p:spPr>
      </p:pic>
      <p:pic>
        <p:nvPicPr>
          <p:cNvPr id="5" name="Image 4" descr="Une image contenant texte, capture d’écran, Police, nombre&#10;&#10;Le contenu généré par l’IA peut être incorrect.">
            <a:extLst>
              <a:ext uri="{FF2B5EF4-FFF2-40B4-BE49-F238E27FC236}">
                <a16:creationId xmlns:a16="http://schemas.microsoft.com/office/drawing/2014/main" id="{53C3DB16-9635-29F7-F9FE-636B49DB0ABE}"/>
              </a:ext>
            </a:extLst>
          </p:cNvPr>
          <p:cNvPicPr>
            <a:picLocks noChangeAspect="1"/>
          </p:cNvPicPr>
          <p:nvPr/>
        </p:nvPicPr>
        <p:blipFill>
          <a:blip r:embed="rId4"/>
          <a:stretch>
            <a:fillRect/>
          </a:stretch>
        </p:blipFill>
        <p:spPr>
          <a:xfrm>
            <a:off x="6117956" y="2275909"/>
            <a:ext cx="2380928" cy="2669423"/>
          </a:xfrm>
          <a:prstGeom prst="rect">
            <a:avLst/>
          </a:prstGeom>
        </p:spPr>
      </p:pic>
    </p:spTree>
    <p:extLst>
      <p:ext uri="{BB962C8B-B14F-4D97-AF65-F5344CB8AC3E}">
        <p14:creationId xmlns:p14="http://schemas.microsoft.com/office/powerpoint/2010/main" val="16647036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2484AD-4AA8-7778-5F86-71BBC5A17F49}"/>
              </a:ext>
            </a:extLst>
          </p:cNvPr>
          <p:cNvSpPr>
            <a:spLocks noGrp="1"/>
          </p:cNvSpPr>
          <p:nvPr>
            <p:ph type="title"/>
          </p:nvPr>
        </p:nvSpPr>
        <p:spPr/>
        <p:txBody>
          <a:bodyPr/>
          <a:lstStyle/>
          <a:p>
            <a:endParaRPr lang="fr-FR"/>
          </a:p>
        </p:txBody>
      </p:sp>
      <p:sp>
        <p:nvSpPr>
          <p:cNvPr id="5" name="Google Shape;80;p6">
            <a:extLst>
              <a:ext uri="{FF2B5EF4-FFF2-40B4-BE49-F238E27FC236}">
                <a16:creationId xmlns:a16="http://schemas.microsoft.com/office/drawing/2014/main" id="{AC1BBD29-58B1-BCCA-BC95-48B408B8A883}"/>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 name="Google Shape;81;p6">
            <a:extLst>
              <a:ext uri="{FF2B5EF4-FFF2-40B4-BE49-F238E27FC236}">
                <a16:creationId xmlns:a16="http://schemas.microsoft.com/office/drawing/2014/main" id="{B3D48E3B-169A-454D-E4DB-962296C92C20}"/>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rPr>
              <a:t>Analyses univariées du prix</a:t>
            </a:r>
            <a:endParaRPr sz="2500" b="0" i="0" u="none" strike="noStrike" cap="none">
              <a:solidFill>
                <a:srgbClr val="F3F3F3"/>
              </a:solidFill>
              <a:latin typeface="Montserrat"/>
              <a:ea typeface="Montserrat"/>
              <a:cs typeface="Montserrat"/>
              <a:sym typeface="Montserrat"/>
            </a:endParaRPr>
          </a:p>
        </p:txBody>
      </p:sp>
      <p:sp>
        <p:nvSpPr>
          <p:cNvPr id="11" name="Google Shape;82;p6">
            <a:extLst>
              <a:ext uri="{FF2B5EF4-FFF2-40B4-BE49-F238E27FC236}">
                <a16:creationId xmlns:a16="http://schemas.microsoft.com/office/drawing/2014/main" id="{D9C3472C-385C-A7F6-18D8-458DE0183BBA}"/>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 name="Google Shape;79;p6">
            <a:extLst>
              <a:ext uri="{FF2B5EF4-FFF2-40B4-BE49-F238E27FC236}">
                <a16:creationId xmlns:a16="http://schemas.microsoft.com/office/drawing/2014/main" id="{BE05172F-916C-45B9-071E-ED293EFF05DA}"/>
              </a:ext>
            </a:extLst>
          </p:cNvPr>
          <p:cNvSpPr txBox="1">
            <a:spLocks noGrp="1"/>
          </p:cNvSpPr>
          <p:nvPr>
            <p:ph type="body" idx="1"/>
          </p:nvPr>
        </p:nvSpPr>
        <p:spPr>
          <a:xfrm>
            <a:off x="309" y="1528607"/>
            <a:ext cx="9063304" cy="3416400"/>
          </a:xfrm>
          <a:prstGeom prst="rect">
            <a:avLst/>
          </a:prstGeom>
          <a:noFill/>
          <a:ln>
            <a:noFill/>
          </a:ln>
        </p:spPr>
        <p:txBody>
          <a:bodyPr spcFirstLastPara="1" wrap="square" lIns="91425" tIns="91425" rIns="91425" bIns="91425" anchor="t" anchorCtr="0">
            <a:normAutofit lnSpcReduction="10000"/>
          </a:bodyPr>
          <a:lstStyle/>
          <a:p>
            <a:pPr>
              <a:lnSpc>
                <a:spcPct val="114999"/>
              </a:lnSpc>
              <a:buClr>
                <a:srgbClr val="999999"/>
              </a:buClr>
              <a:buFont typeface="Montserrat"/>
              <a:buChar char="●"/>
            </a:pPr>
            <a:r>
              <a:rPr lang="fr" sz="1200" b="1" i="1">
                <a:solidFill>
                  <a:srgbClr val="999999"/>
                </a:solidFill>
                <a:latin typeface="Montserrat"/>
                <a:ea typeface="Montserrat"/>
                <a:cs typeface="Montserrat"/>
              </a:rPr>
              <a:t>Identification par l'intervalle interquartile</a:t>
            </a:r>
          </a:p>
          <a:p>
            <a:pPr>
              <a:lnSpc>
                <a:spcPct val="114999"/>
              </a:lnSpc>
              <a:buClr>
                <a:srgbClr val="999999"/>
              </a:buClr>
              <a:buFont typeface="Montserrat"/>
              <a:buChar char="●"/>
            </a:pPr>
            <a:endParaRPr lang="fr" sz="1200" b="1" i="1" dirty="0">
              <a:solidFill>
                <a:srgbClr val="999999"/>
              </a:solidFill>
              <a:latin typeface="Montserrat"/>
              <a:ea typeface="Montserrat"/>
              <a:cs typeface="Montserrat"/>
            </a:endParaRPr>
          </a:p>
          <a:p>
            <a:pPr>
              <a:lnSpc>
                <a:spcPct val="114999"/>
              </a:lnSpc>
              <a:buClr>
                <a:srgbClr val="999999"/>
              </a:buClr>
              <a:buFont typeface="Montserrat"/>
              <a:buChar char="●"/>
            </a:pPr>
            <a:endParaRPr lang="fr" sz="1200" b="1" i="1" dirty="0">
              <a:solidFill>
                <a:srgbClr val="999999"/>
              </a:solidFill>
              <a:latin typeface="Montserrat"/>
              <a:ea typeface="Montserrat"/>
              <a:cs typeface="Montserrat"/>
            </a:endParaRPr>
          </a:p>
          <a:p>
            <a:pPr>
              <a:lnSpc>
                <a:spcPct val="114999"/>
              </a:lnSpc>
              <a:buClr>
                <a:srgbClr val="999999"/>
              </a:buClr>
              <a:buFont typeface="Montserrat"/>
              <a:buChar char="●"/>
            </a:pPr>
            <a:endParaRPr lang="fr" sz="1200" b="1" i="1" dirty="0">
              <a:solidFill>
                <a:srgbClr val="999999"/>
              </a:solidFill>
              <a:latin typeface="Montserrat"/>
              <a:ea typeface="Montserrat"/>
              <a:cs typeface="Montserrat"/>
            </a:endParaRPr>
          </a:p>
          <a:p>
            <a:pPr>
              <a:lnSpc>
                <a:spcPct val="114999"/>
              </a:lnSpc>
              <a:buClr>
                <a:srgbClr val="999999"/>
              </a:buClr>
              <a:buFont typeface="Montserrat"/>
              <a:buChar char="●"/>
            </a:pPr>
            <a:endParaRPr lang="fr" sz="1200" b="1" i="1" dirty="0">
              <a:solidFill>
                <a:srgbClr val="999999"/>
              </a:solidFill>
              <a:latin typeface="Montserrat"/>
              <a:ea typeface="Montserrat"/>
              <a:cs typeface="Montserrat"/>
            </a:endParaRPr>
          </a:p>
          <a:p>
            <a:pPr>
              <a:lnSpc>
                <a:spcPct val="114999"/>
              </a:lnSpc>
              <a:buClr>
                <a:srgbClr val="999999"/>
              </a:buClr>
              <a:buFont typeface="Montserrat"/>
              <a:buChar char="●"/>
            </a:pPr>
            <a:endParaRPr lang="fr" sz="1200" b="1" i="1" dirty="0">
              <a:solidFill>
                <a:srgbClr val="999999"/>
              </a:solidFill>
              <a:latin typeface="Montserrat"/>
              <a:ea typeface="Montserrat"/>
              <a:cs typeface="Montserrat"/>
            </a:endParaRPr>
          </a:p>
          <a:p>
            <a:pPr>
              <a:lnSpc>
                <a:spcPct val="114999"/>
              </a:lnSpc>
              <a:buClr>
                <a:srgbClr val="999999"/>
              </a:buClr>
              <a:buFont typeface="Montserrat"/>
              <a:buChar char="●"/>
            </a:pPr>
            <a:endParaRPr lang="fr" sz="1200" b="1" i="1" dirty="0">
              <a:solidFill>
                <a:srgbClr val="999999"/>
              </a:solidFill>
              <a:latin typeface="Montserrat"/>
              <a:ea typeface="Montserrat"/>
              <a:cs typeface="Montserrat"/>
            </a:endParaRPr>
          </a:p>
          <a:p>
            <a:pPr>
              <a:lnSpc>
                <a:spcPct val="114999"/>
              </a:lnSpc>
              <a:buClr>
                <a:srgbClr val="999999"/>
              </a:buClr>
              <a:buFont typeface="Montserrat"/>
              <a:buChar char="●"/>
            </a:pPr>
            <a:endParaRPr lang="fr" sz="1200" b="1" i="1" dirty="0">
              <a:solidFill>
                <a:srgbClr val="999999"/>
              </a:solidFill>
              <a:latin typeface="Montserrat"/>
              <a:ea typeface="Montserrat"/>
              <a:cs typeface="Montserrat"/>
            </a:endParaRPr>
          </a:p>
          <a:p>
            <a:pPr>
              <a:lnSpc>
                <a:spcPct val="114999"/>
              </a:lnSpc>
              <a:buClr>
                <a:srgbClr val="999999"/>
              </a:buClr>
              <a:buFont typeface="Montserrat"/>
              <a:buChar char="●"/>
            </a:pPr>
            <a:endParaRPr lang="fr" sz="1200" b="1" i="1" dirty="0">
              <a:solidFill>
                <a:srgbClr val="999999"/>
              </a:solidFill>
              <a:latin typeface="Montserrat"/>
              <a:ea typeface="Montserrat"/>
              <a:cs typeface="Montserrat"/>
            </a:endParaRPr>
          </a:p>
          <a:p>
            <a:pPr>
              <a:lnSpc>
                <a:spcPct val="114999"/>
              </a:lnSpc>
              <a:buClr>
                <a:srgbClr val="999999"/>
              </a:buClr>
              <a:buFont typeface="Montserrat"/>
              <a:buChar char="●"/>
            </a:pPr>
            <a:endParaRPr lang="fr" sz="1200" b="1" i="1" dirty="0">
              <a:solidFill>
                <a:srgbClr val="999999"/>
              </a:solidFill>
              <a:latin typeface="Montserrat"/>
            </a:endParaRPr>
          </a:p>
          <a:p>
            <a:pPr>
              <a:lnSpc>
                <a:spcPct val="114999"/>
              </a:lnSpc>
              <a:buClr>
                <a:srgbClr val="999999"/>
              </a:buClr>
              <a:buFont typeface="Montserrat"/>
              <a:buChar char="●"/>
            </a:pPr>
            <a:endParaRPr lang="fr" sz="1200" b="1" i="1" dirty="0">
              <a:solidFill>
                <a:srgbClr val="999999"/>
              </a:solidFill>
              <a:latin typeface="Montserrat"/>
            </a:endParaRPr>
          </a:p>
          <a:p>
            <a:pPr>
              <a:lnSpc>
                <a:spcPct val="114999"/>
              </a:lnSpc>
              <a:buClr>
                <a:srgbClr val="999999"/>
              </a:buClr>
              <a:buFont typeface="Montserrat"/>
              <a:buChar char="●"/>
            </a:pPr>
            <a:endParaRPr lang="fr" sz="1200" b="1" i="1" dirty="0">
              <a:solidFill>
                <a:srgbClr val="999999"/>
              </a:solidFill>
              <a:latin typeface="Montserrat"/>
            </a:endParaRPr>
          </a:p>
          <a:p>
            <a:pPr>
              <a:lnSpc>
                <a:spcPct val="114999"/>
              </a:lnSpc>
              <a:buClr>
                <a:srgbClr val="999999"/>
              </a:buClr>
              <a:buFont typeface="Montserrat"/>
              <a:buChar char="●"/>
            </a:pPr>
            <a:endParaRPr lang="fr" sz="1200" b="1" i="1" dirty="0">
              <a:solidFill>
                <a:srgbClr val="999999"/>
              </a:solidFill>
              <a:latin typeface="Montserrat"/>
            </a:endParaRPr>
          </a:p>
          <a:p>
            <a:pPr>
              <a:lnSpc>
                <a:spcPct val="114999"/>
              </a:lnSpc>
              <a:buClr>
                <a:srgbClr val="999999"/>
              </a:buClr>
              <a:buFont typeface="Montserrat"/>
              <a:buChar char="●"/>
            </a:pPr>
            <a:r>
              <a:rPr lang="fr" sz="1200" b="1" i="1" dirty="0">
                <a:solidFill>
                  <a:srgbClr val="999999"/>
                </a:solidFill>
                <a:latin typeface="Montserrat"/>
              </a:rPr>
              <a:t>Selon vous, ces </a:t>
            </a:r>
            <a:r>
              <a:rPr lang="fr" sz="1200" b="1" i="1" dirty="0" err="1">
                <a:solidFill>
                  <a:srgbClr val="999999"/>
                </a:solidFill>
                <a:latin typeface="Montserrat"/>
              </a:rPr>
              <a:t>outliers</a:t>
            </a:r>
            <a:r>
              <a:rPr lang="fr" sz="1200" b="1" i="1" dirty="0">
                <a:solidFill>
                  <a:srgbClr val="999999"/>
                </a:solidFill>
                <a:latin typeface="Montserrat"/>
              </a:rPr>
              <a:t> sont-ils justifiés ? Comment le démontrer si cela est possible ?</a:t>
            </a:r>
          </a:p>
          <a:p>
            <a:pPr marL="114300" indent="0">
              <a:lnSpc>
                <a:spcPct val="114999"/>
              </a:lnSpc>
              <a:buClr>
                <a:srgbClr val="999999"/>
              </a:buClr>
              <a:buNone/>
            </a:pPr>
            <a:r>
              <a:rPr lang="fr" sz="1200" b="1" i="1">
                <a:solidFill>
                  <a:srgbClr val="999999"/>
                </a:solidFill>
                <a:latin typeface="Montserrat"/>
              </a:rPr>
              <a:t>Les prix supérieurs à 83.25€ ont tout à fait lieu d'être, car ils peuvent représenter une bouteille "luxe" avec peu de stock et beaucoup de demande.</a:t>
            </a:r>
            <a:endParaRPr lang="f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p:txBody>
      </p:sp>
      <p:pic>
        <p:nvPicPr>
          <p:cNvPr id="9" name="Image 8" descr="Une image contenant texte, capture d’écran, affichage, logiciel&#10;&#10;Le contenu généré par l’IA peut être incorrect.">
            <a:extLst>
              <a:ext uri="{FF2B5EF4-FFF2-40B4-BE49-F238E27FC236}">
                <a16:creationId xmlns:a16="http://schemas.microsoft.com/office/drawing/2014/main" id="{7209661B-9C33-7539-9400-6290194A7F2C}"/>
              </a:ext>
            </a:extLst>
          </p:cNvPr>
          <p:cNvPicPr>
            <a:picLocks noChangeAspect="1"/>
          </p:cNvPicPr>
          <p:nvPr/>
        </p:nvPicPr>
        <p:blipFill>
          <a:blip r:embed="rId2"/>
          <a:stretch>
            <a:fillRect/>
          </a:stretch>
        </p:blipFill>
        <p:spPr>
          <a:xfrm>
            <a:off x="71195" y="2053363"/>
            <a:ext cx="4507101" cy="1496878"/>
          </a:xfrm>
          <a:prstGeom prst="rect">
            <a:avLst/>
          </a:prstGeom>
        </p:spPr>
      </p:pic>
      <p:pic>
        <p:nvPicPr>
          <p:cNvPr id="10" name="Image 9" descr="Une image contenant texte, capture d’écran, Police, nombre&#10;&#10;Le contenu généré par l’IA peut être incorrect.">
            <a:extLst>
              <a:ext uri="{FF2B5EF4-FFF2-40B4-BE49-F238E27FC236}">
                <a16:creationId xmlns:a16="http://schemas.microsoft.com/office/drawing/2014/main" id="{9566A9C6-88CB-4462-0A5F-44AD0B452477}"/>
              </a:ext>
            </a:extLst>
          </p:cNvPr>
          <p:cNvPicPr>
            <a:picLocks noChangeAspect="1"/>
          </p:cNvPicPr>
          <p:nvPr/>
        </p:nvPicPr>
        <p:blipFill>
          <a:blip r:embed="rId3"/>
          <a:stretch>
            <a:fillRect/>
          </a:stretch>
        </p:blipFill>
        <p:spPr>
          <a:xfrm>
            <a:off x="5447736" y="1529085"/>
            <a:ext cx="2588056" cy="1199021"/>
          </a:xfrm>
          <a:prstGeom prst="rect">
            <a:avLst/>
          </a:prstGeom>
        </p:spPr>
      </p:pic>
      <p:pic>
        <p:nvPicPr>
          <p:cNvPr id="12" name="Image 11" descr="Une image contenant texte, capture d’écran, Police, nombre&#10;&#10;Le contenu généré par l’IA peut être incorrect.">
            <a:extLst>
              <a:ext uri="{FF2B5EF4-FFF2-40B4-BE49-F238E27FC236}">
                <a16:creationId xmlns:a16="http://schemas.microsoft.com/office/drawing/2014/main" id="{5A050F28-FD42-BCDF-3EE9-7C8284F9CB4A}"/>
              </a:ext>
            </a:extLst>
          </p:cNvPr>
          <p:cNvPicPr>
            <a:picLocks noChangeAspect="1"/>
          </p:cNvPicPr>
          <p:nvPr/>
        </p:nvPicPr>
        <p:blipFill>
          <a:blip r:embed="rId4"/>
          <a:stretch>
            <a:fillRect/>
          </a:stretch>
        </p:blipFill>
        <p:spPr>
          <a:xfrm>
            <a:off x="4685654" y="2800915"/>
            <a:ext cx="4102531" cy="1193209"/>
          </a:xfrm>
          <a:prstGeom prst="rect">
            <a:avLst/>
          </a:prstGeom>
        </p:spPr>
      </p:pic>
    </p:spTree>
    <p:extLst>
      <p:ext uri="{BB962C8B-B14F-4D97-AF65-F5344CB8AC3E}">
        <p14:creationId xmlns:p14="http://schemas.microsoft.com/office/powerpoint/2010/main" val="2505071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5A406A1E-2BFC-0A29-18AA-466B7F41C137}"/>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5CF425C6-AE3A-5729-2AD3-94F45732780D}"/>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C5F59FA7-02A1-DE9F-9815-94695657FF95}"/>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fontScale="55000" lnSpcReduction="20000"/>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rPr>
              <a:t>Analyses complémentaires</a:t>
            </a:r>
          </a:p>
          <a:p>
            <a:pPr marL="0" marR="0" lvl="0" indent="0" algn="l" rtl="0">
              <a:lnSpc>
                <a:spcPct val="100000"/>
              </a:lnSpc>
              <a:spcBef>
                <a:spcPts val="0"/>
              </a:spcBef>
              <a:spcAft>
                <a:spcPts val="0"/>
              </a:spcAft>
              <a:buClr>
                <a:srgbClr val="000000"/>
              </a:buClr>
              <a:buSzPts val="2500"/>
              <a:buFont typeface="Arial"/>
              <a:buNone/>
            </a:pPr>
            <a:r>
              <a:rPr lang="fr" sz="2500">
                <a:solidFill>
                  <a:srgbClr val="F3F3F3"/>
                </a:solidFill>
                <a:latin typeface="Montserrat"/>
                <a:sym typeface="Montserrat"/>
              </a:rPr>
              <a:t>CA, quantités, stocks, taux de marge et corrélations</a:t>
            </a:r>
            <a:endParaRPr/>
          </a:p>
        </p:txBody>
      </p:sp>
      <p:sp>
        <p:nvSpPr>
          <p:cNvPr id="89" name="Google Shape;89;p7">
            <a:extLst>
              <a:ext uri="{FF2B5EF4-FFF2-40B4-BE49-F238E27FC236}">
                <a16:creationId xmlns:a16="http://schemas.microsoft.com/office/drawing/2014/main" id="{D63A25ED-69DD-5904-E988-792B66ECF3B6}"/>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7">
            <a:extLst>
              <a:ext uri="{FF2B5EF4-FFF2-40B4-BE49-F238E27FC236}">
                <a16:creationId xmlns:a16="http://schemas.microsoft.com/office/drawing/2014/main" id="{3CC6E4DF-B142-036C-4576-B0CD77424066}"/>
              </a:ext>
            </a:extLst>
          </p:cNvPr>
          <p:cNvSpPr txBox="1">
            <a:spLocks noGrp="1"/>
          </p:cNvSpPr>
          <p:nvPr>
            <p:ph type="body" idx="1"/>
          </p:nvPr>
        </p:nvSpPr>
        <p:spPr>
          <a:xfrm>
            <a:off x="557279" y="1528607"/>
            <a:ext cx="6709500" cy="3416400"/>
          </a:xfrm>
          <a:prstGeom prst="rect">
            <a:avLst/>
          </a:prstGeom>
          <a:noFill/>
          <a:ln>
            <a:noFill/>
          </a:ln>
        </p:spPr>
        <p:txBody>
          <a:bodyPr spcFirstLastPara="1" wrap="square" lIns="91425" tIns="91425" rIns="91425" bIns="91425" anchor="t" anchorCtr="0">
            <a:normAutofit/>
          </a:bodyPr>
          <a:lstStyle/>
          <a:p>
            <a:pPr>
              <a:lnSpc>
                <a:spcPct val="114999"/>
              </a:lnSpc>
              <a:buClr>
                <a:srgbClr val="999999"/>
              </a:buClr>
              <a:buFont typeface="Montserrat"/>
              <a:buChar char="●"/>
            </a:pPr>
            <a:r>
              <a:rPr lang="fr" i="1">
                <a:solidFill>
                  <a:srgbClr val="999999"/>
                </a:solidFill>
                <a:latin typeface="Montserrat"/>
                <a:ea typeface="Montserrat"/>
                <a:cs typeface="Montserrat"/>
                <a:sym typeface="Montserrat"/>
              </a:rPr>
              <a:t>Analyse des ventes en CA : </a:t>
            </a:r>
            <a:endParaRPr lang="fr-FR" i="1">
              <a:solidFill>
                <a:srgbClr val="999999"/>
              </a:solidFill>
              <a:latin typeface="Montserrat"/>
              <a:ea typeface="Montserrat"/>
              <a:cs typeface="Montserrat"/>
            </a:endParaRPr>
          </a:p>
          <a:p>
            <a:pPr>
              <a:lnSpc>
                <a:spcPct val="114999"/>
              </a:lnSpc>
              <a:buClr>
                <a:srgbClr val="999999"/>
              </a:buClr>
              <a:buFont typeface="Montserrat"/>
              <a:buChar char="●"/>
            </a:pPr>
            <a:endParaRPr lang="fr" i="1">
              <a:solidFill>
                <a:srgbClr val="999999"/>
              </a:solidFill>
              <a:latin typeface="Montserrat"/>
              <a:ea typeface="Montserrat"/>
              <a:cs typeface="Montserrat"/>
            </a:endParaRPr>
          </a:p>
          <a:p>
            <a:pPr>
              <a:lnSpc>
                <a:spcPct val="114999"/>
              </a:lnSpc>
              <a:buClr>
                <a:srgbClr val="999999"/>
              </a:buClr>
              <a:buFont typeface="Montserrat"/>
              <a:buChar char="●"/>
            </a:pPr>
            <a:endParaRPr lang="fr" i="1">
              <a:solidFill>
                <a:srgbClr val="999999"/>
              </a:solidFill>
              <a:latin typeface="Montserrat"/>
              <a:ea typeface="Montserrat"/>
              <a:cs typeface="Montserrat"/>
            </a:endParaRPr>
          </a:p>
          <a:p>
            <a:pPr>
              <a:lnSpc>
                <a:spcPct val="114999"/>
              </a:lnSpc>
              <a:buClr>
                <a:srgbClr val="999999"/>
              </a:buClr>
              <a:buFont typeface="Montserrat"/>
              <a:buChar char="●"/>
            </a:pPr>
            <a:endParaRPr lang="fr" i="1">
              <a:solidFill>
                <a:srgbClr val="999999"/>
              </a:solidFill>
              <a:latin typeface="Montserrat"/>
              <a:ea typeface="Montserrat"/>
              <a:cs typeface="Montserrat"/>
            </a:endParaRPr>
          </a:p>
          <a:p>
            <a:pPr>
              <a:lnSpc>
                <a:spcPct val="114999"/>
              </a:lnSpc>
              <a:buClr>
                <a:srgbClr val="999999"/>
              </a:buClr>
              <a:buFont typeface="Montserrat"/>
              <a:buChar char="●"/>
            </a:pPr>
            <a:endParaRPr lang="fr" i="1">
              <a:solidFill>
                <a:srgbClr val="999999"/>
              </a:solidFill>
              <a:latin typeface="Montserrat"/>
              <a:ea typeface="Montserrat"/>
              <a:cs typeface="Montserrat"/>
            </a:endParaRPr>
          </a:p>
          <a:p>
            <a:pPr>
              <a:buClr>
                <a:srgbClr val="999999"/>
              </a:buClr>
              <a:buFont typeface="Montserrat"/>
              <a:buChar char="●"/>
            </a:pPr>
            <a:r>
              <a:rPr lang="fr" i="1">
                <a:solidFill>
                  <a:srgbClr val="999999"/>
                </a:solidFill>
                <a:latin typeface="Montserrat"/>
                <a:ea typeface="Montserrat"/>
              </a:rPr>
              <a:t>Calculer le 20 / 80 en CA</a:t>
            </a:r>
            <a:endParaRPr lang="fr" i="1">
              <a:solidFill>
                <a:srgbClr val="999999"/>
              </a:solidFill>
              <a:latin typeface="Montserrat"/>
              <a:ea typeface="Montserrat"/>
              <a:cs typeface="Montserrat"/>
              <a:sym typeface="Montserrat"/>
            </a:endParaRPr>
          </a:p>
          <a:p>
            <a:pPr marL="457200" marR="0" lvl="0" indent="-342900" algn="l">
              <a:lnSpc>
                <a:spcPct val="114999"/>
              </a:lnSpc>
              <a:spcBef>
                <a:spcPts val="0"/>
              </a:spcBef>
              <a:spcAft>
                <a:spcPts val="0"/>
              </a:spcAft>
              <a:buClr>
                <a:srgbClr val="999999"/>
              </a:buClr>
              <a:buSzPts val="1800"/>
              <a:buFont typeface="Montserrat"/>
              <a:buChar char="●"/>
            </a:pPr>
            <a:endParaRPr>
              <a:solidFill>
                <a:srgbClr val="434343"/>
              </a:solidFill>
              <a:latin typeface="Montserrat"/>
              <a:ea typeface="Montserrat"/>
              <a:cs typeface="Montserrat"/>
            </a:endParaRPr>
          </a:p>
        </p:txBody>
      </p:sp>
      <p:pic>
        <p:nvPicPr>
          <p:cNvPr id="2" name="Image 1" descr="Une image contenant texte, capture d’écran, Police, nombre&#10;&#10;Le contenu généré par l’IA peut être incorrect.">
            <a:extLst>
              <a:ext uri="{FF2B5EF4-FFF2-40B4-BE49-F238E27FC236}">
                <a16:creationId xmlns:a16="http://schemas.microsoft.com/office/drawing/2014/main" id="{FDEF069C-FCE1-857A-B91F-6DBB2EDF66D4}"/>
              </a:ext>
            </a:extLst>
          </p:cNvPr>
          <p:cNvPicPr>
            <a:picLocks noChangeAspect="1"/>
          </p:cNvPicPr>
          <p:nvPr/>
        </p:nvPicPr>
        <p:blipFill>
          <a:blip r:embed="rId3"/>
          <a:stretch>
            <a:fillRect/>
          </a:stretch>
        </p:blipFill>
        <p:spPr>
          <a:xfrm>
            <a:off x="4651975" y="1527472"/>
            <a:ext cx="3876353" cy="1158660"/>
          </a:xfrm>
          <a:prstGeom prst="rect">
            <a:avLst/>
          </a:prstGeom>
        </p:spPr>
      </p:pic>
      <p:pic>
        <p:nvPicPr>
          <p:cNvPr id="3" name="Image 2" descr="Une image contenant texte, capture d’écran, Police, ligne&#10;&#10;Le contenu généré par l’IA peut être incorrect.">
            <a:extLst>
              <a:ext uri="{FF2B5EF4-FFF2-40B4-BE49-F238E27FC236}">
                <a16:creationId xmlns:a16="http://schemas.microsoft.com/office/drawing/2014/main" id="{59245710-86AF-72FA-A18A-99232AA9FDE4}"/>
              </a:ext>
            </a:extLst>
          </p:cNvPr>
          <p:cNvPicPr>
            <a:picLocks noChangeAspect="1"/>
          </p:cNvPicPr>
          <p:nvPr/>
        </p:nvPicPr>
        <p:blipFill>
          <a:blip r:embed="rId4"/>
          <a:stretch>
            <a:fillRect/>
          </a:stretch>
        </p:blipFill>
        <p:spPr>
          <a:xfrm>
            <a:off x="4752624" y="3509032"/>
            <a:ext cx="4335538" cy="1473050"/>
          </a:xfrm>
          <a:prstGeom prst="rect">
            <a:avLst/>
          </a:prstGeom>
        </p:spPr>
      </p:pic>
      <p:pic>
        <p:nvPicPr>
          <p:cNvPr id="4" name="Image 3" descr="Une image contenant texte, capture d’écran, Police&#10;&#10;Le contenu généré par l’IA peut être incorrect.">
            <a:extLst>
              <a:ext uri="{FF2B5EF4-FFF2-40B4-BE49-F238E27FC236}">
                <a16:creationId xmlns:a16="http://schemas.microsoft.com/office/drawing/2014/main" id="{8E31590E-E8BF-7822-A740-79EEA947F43D}"/>
              </a:ext>
            </a:extLst>
          </p:cNvPr>
          <p:cNvPicPr>
            <a:picLocks noChangeAspect="1"/>
          </p:cNvPicPr>
          <p:nvPr/>
        </p:nvPicPr>
        <p:blipFill>
          <a:blip r:embed="rId5"/>
          <a:stretch>
            <a:fillRect/>
          </a:stretch>
        </p:blipFill>
        <p:spPr>
          <a:xfrm>
            <a:off x="271463" y="1931638"/>
            <a:ext cx="3893465" cy="1236637"/>
          </a:xfrm>
          <a:prstGeom prst="rect">
            <a:avLst/>
          </a:prstGeom>
        </p:spPr>
      </p:pic>
      <p:pic>
        <p:nvPicPr>
          <p:cNvPr id="5" name="Image 4" descr="Une image contenant texte, capture d’écran, Police, nombre&#10;&#10;Le contenu généré par l’IA peut être incorrect.">
            <a:extLst>
              <a:ext uri="{FF2B5EF4-FFF2-40B4-BE49-F238E27FC236}">
                <a16:creationId xmlns:a16="http://schemas.microsoft.com/office/drawing/2014/main" id="{530E2E55-9237-08EF-F771-8C3EA1BB0DBF}"/>
              </a:ext>
            </a:extLst>
          </p:cNvPr>
          <p:cNvPicPr>
            <a:picLocks noChangeAspect="1"/>
          </p:cNvPicPr>
          <p:nvPr/>
        </p:nvPicPr>
        <p:blipFill>
          <a:blip r:embed="rId6"/>
          <a:stretch>
            <a:fillRect/>
          </a:stretch>
        </p:blipFill>
        <p:spPr>
          <a:xfrm>
            <a:off x="185414" y="3539587"/>
            <a:ext cx="4564412" cy="1449737"/>
          </a:xfrm>
          <a:prstGeom prst="rect">
            <a:avLst/>
          </a:prstGeom>
        </p:spPr>
      </p:pic>
      <p:sp>
        <p:nvSpPr>
          <p:cNvPr id="8" name="Google Shape;90;p7">
            <a:extLst>
              <a:ext uri="{FF2B5EF4-FFF2-40B4-BE49-F238E27FC236}">
                <a16:creationId xmlns:a16="http://schemas.microsoft.com/office/drawing/2014/main" id="{6D347B36-DC0C-F089-F10F-729E8863C98F}"/>
              </a:ext>
            </a:extLst>
          </p:cNvPr>
          <p:cNvSpPr txBox="1">
            <a:spLocks/>
          </p:cNvSpPr>
          <p:nvPr/>
        </p:nvSpPr>
        <p:spPr>
          <a:xfrm>
            <a:off x="4526136" y="2925715"/>
            <a:ext cx="6627166" cy="495939"/>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a:lnSpc>
                <a:spcPct val="114999"/>
              </a:lnSpc>
              <a:buClr>
                <a:srgbClr val="999999"/>
              </a:buClr>
              <a:buFont typeface="Montserrat"/>
              <a:buChar char="●"/>
            </a:pPr>
            <a:r>
              <a:rPr lang="fr-FR" i="1">
                <a:solidFill>
                  <a:srgbClr val="999999"/>
                </a:solidFill>
                <a:latin typeface="Montserrat"/>
                <a:ea typeface="Montserrat"/>
                <a:cs typeface="Montserrat"/>
                <a:sym typeface="Montserrat"/>
              </a:rPr>
              <a:t>Le chiffre </a:t>
            </a:r>
            <a:endParaRPr lang="fr-FR" i="1">
              <a:solidFill>
                <a:srgbClr val="999999"/>
              </a:solidFill>
              <a:latin typeface="Montserrat"/>
              <a:ea typeface="Montserrat"/>
              <a:cs typeface="Montserrat"/>
            </a:endParaRPr>
          </a:p>
          <a:p>
            <a:pPr>
              <a:lnSpc>
                <a:spcPct val="114999"/>
              </a:lnSpc>
              <a:buClr>
                <a:srgbClr val="999999"/>
              </a:buClr>
              <a:buFont typeface="Montserrat"/>
              <a:buChar char="●"/>
            </a:pPr>
            <a:endParaRPr lang="fr-FR" i="1">
              <a:solidFill>
                <a:srgbClr val="999999"/>
              </a:solidFill>
              <a:latin typeface="Montserrat"/>
              <a:ea typeface="Montserrat"/>
              <a:cs typeface="Montserrat"/>
            </a:endParaRPr>
          </a:p>
          <a:p>
            <a:pPr>
              <a:lnSpc>
                <a:spcPct val="114999"/>
              </a:lnSpc>
              <a:buClr>
                <a:srgbClr val="999999"/>
              </a:buClr>
              <a:buFont typeface="Montserrat"/>
              <a:buChar char="●"/>
            </a:pPr>
            <a:endParaRPr lang="fr-FR" i="1">
              <a:solidFill>
                <a:srgbClr val="999999"/>
              </a:solidFill>
              <a:latin typeface="Montserrat"/>
              <a:ea typeface="Montserrat"/>
              <a:cs typeface="Montserrat"/>
            </a:endParaRPr>
          </a:p>
          <a:p>
            <a:pPr>
              <a:lnSpc>
                <a:spcPct val="114999"/>
              </a:lnSpc>
              <a:buClr>
                <a:srgbClr val="999999"/>
              </a:buClr>
              <a:buFont typeface="Montserrat"/>
              <a:buChar char="●"/>
            </a:pPr>
            <a:endParaRPr lang="fr-FR" i="1">
              <a:solidFill>
                <a:srgbClr val="999999"/>
              </a:solidFill>
              <a:latin typeface="Montserrat"/>
              <a:ea typeface="Montserrat"/>
              <a:cs typeface="Montserrat"/>
            </a:endParaRPr>
          </a:p>
          <a:p>
            <a:pPr>
              <a:lnSpc>
                <a:spcPct val="114999"/>
              </a:lnSpc>
              <a:buClr>
                <a:srgbClr val="999999"/>
              </a:buClr>
              <a:buFont typeface="Montserrat"/>
              <a:buChar char="●"/>
            </a:pPr>
            <a:endParaRPr lang="fr-FR" i="1">
              <a:solidFill>
                <a:srgbClr val="999999"/>
              </a:solidFill>
              <a:latin typeface="Montserrat"/>
              <a:ea typeface="Montserrat"/>
              <a:cs typeface="Montserrat"/>
            </a:endParaRPr>
          </a:p>
          <a:p>
            <a:pPr>
              <a:lnSpc>
                <a:spcPct val="114999"/>
              </a:lnSpc>
              <a:buClr>
                <a:srgbClr val="999999"/>
              </a:buClr>
              <a:buFont typeface="Montserrat"/>
              <a:buChar char="●"/>
            </a:pPr>
            <a:endParaRPr lang="fr-FR">
              <a:solidFill>
                <a:srgbClr val="434343"/>
              </a:solidFill>
              <a:latin typeface="Montserrat"/>
              <a:ea typeface="Montserrat"/>
              <a:cs typeface="Montserrat"/>
            </a:endParaRPr>
          </a:p>
        </p:txBody>
      </p:sp>
    </p:spTree>
    <p:extLst>
      <p:ext uri="{BB962C8B-B14F-4D97-AF65-F5344CB8AC3E}">
        <p14:creationId xmlns:p14="http://schemas.microsoft.com/office/powerpoint/2010/main" val="3567081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5D080B1B-FF03-440D-1A21-2215DE97AAE6}"/>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770D8F62-DF4E-1FD4-6622-6EA0F11C944F}"/>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DCF59354-5969-2742-0D88-D402711BEB34}"/>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fontScale="55000" lnSpcReduction="20000"/>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rPr>
              <a:t>Analyses complémentaires</a:t>
            </a:r>
          </a:p>
          <a:p>
            <a:pPr marL="0" marR="0" lvl="0" indent="0" algn="l" rtl="0">
              <a:lnSpc>
                <a:spcPct val="100000"/>
              </a:lnSpc>
              <a:spcBef>
                <a:spcPts val="0"/>
              </a:spcBef>
              <a:spcAft>
                <a:spcPts val="0"/>
              </a:spcAft>
              <a:buClr>
                <a:srgbClr val="000000"/>
              </a:buClr>
              <a:buSzPts val="2500"/>
              <a:buFont typeface="Arial"/>
              <a:buNone/>
            </a:pPr>
            <a:r>
              <a:rPr lang="fr" sz="2500">
                <a:solidFill>
                  <a:srgbClr val="F3F3F3"/>
                </a:solidFill>
                <a:latin typeface="Montserrat"/>
                <a:sym typeface="Montserrat"/>
              </a:rPr>
              <a:t>CA, quantités, stocks, taux de marge et corrélations</a:t>
            </a:r>
            <a:endParaRPr/>
          </a:p>
        </p:txBody>
      </p:sp>
      <p:sp>
        <p:nvSpPr>
          <p:cNvPr id="89" name="Google Shape;89;p7">
            <a:extLst>
              <a:ext uri="{FF2B5EF4-FFF2-40B4-BE49-F238E27FC236}">
                <a16:creationId xmlns:a16="http://schemas.microsoft.com/office/drawing/2014/main" id="{57114BAB-40C2-8B31-BA02-04036410FD75}"/>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7">
            <a:extLst>
              <a:ext uri="{FF2B5EF4-FFF2-40B4-BE49-F238E27FC236}">
                <a16:creationId xmlns:a16="http://schemas.microsoft.com/office/drawing/2014/main" id="{D707E77F-2800-3385-F7FB-D2353ACBBD41}"/>
              </a:ext>
            </a:extLst>
          </p:cNvPr>
          <p:cNvSpPr txBox="1">
            <a:spLocks noGrp="1"/>
          </p:cNvSpPr>
          <p:nvPr>
            <p:ph type="body" idx="1"/>
          </p:nvPr>
        </p:nvSpPr>
        <p:spPr>
          <a:xfrm>
            <a:off x="557279" y="1528607"/>
            <a:ext cx="8419156" cy="3416400"/>
          </a:xfrm>
          <a:prstGeom prst="rect">
            <a:avLst/>
          </a:prstGeom>
          <a:noFill/>
          <a:ln>
            <a:noFill/>
          </a:ln>
        </p:spPr>
        <p:txBody>
          <a:bodyPr spcFirstLastPara="1" wrap="square" lIns="91425" tIns="91425" rIns="91425" bIns="91425" anchor="t" anchorCtr="0">
            <a:normAutofit/>
          </a:bodyPr>
          <a:lstStyle/>
          <a:p>
            <a:pPr>
              <a:lnSpc>
                <a:spcPct val="114999"/>
              </a:lnSpc>
              <a:buClr>
                <a:srgbClr val="999999"/>
              </a:buClr>
              <a:buFont typeface="Montserrat"/>
            </a:pPr>
            <a:r>
              <a:rPr lang="fr" i="1">
                <a:solidFill>
                  <a:srgbClr val="999999"/>
                </a:solidFill>
                <a:latin typeface="Montserrat"/>
                <a:sym typeface="Montserrat"/>
              </a:rPr>
              <a:t>Analyse des ventes en quantité</a:t>
            </a:r>
            <a:endParaRPr lang="fr-FR" i="1">
              <a:solidFill>
                <a:srgbClr val="999999"/>
              </a:solidFill>
              <a:latin typeface="Montserrat"/>
              <a:sym typeface="Montserrat"/>
            </a:endParaRPr>
          </a:p>
          <a:p>
            <a:pPr>
              <a:lnSpc>
                <a:spcPct val="114999"/>
              </a:lnSpc>
              <a:buClr>
                <a:srgbClr val="999999"/>
              </a:buClr>
              <a:buFont typeface="Montserrat"/>
              <a:buChar char="●"/>
            </a:pPr>
            <a:endParaRPr lang="fr" i="1">
              <a:solidFill>
                <a:srgbClr val="999999"/>
              </a:solidFill>
              <a:latin typeface="Montserrat"/>
              <a:ea typeface="Montserrat"/>
            </a:endParaRPr>
          </a:p>
          <a:p>
            <a:pPr>
              <a:lnSpc>
                <a:spcPct val="114999"/>
              </a:lnSpc>
              <a:buClr>
                <a:srgbClr val="999999"/>
              </a:buClr>
              <a:buFont typeface="Montserrat"/>
              <a:buChar char="●"/>
            </a:pPr>
            <a:endParaRPr lang="fr" i="1">
              <a:solidFill>
                <a:srgbClr val="999999"/>
              </a:solidFill>
              <a:latin typeface="Montserrat"/>
              <a:ea typeface="Montserrat"/>
              <a:cs typeface="Montserrat"/>
            </a:endParaRPr>
          </a:p>
          <a:p>
            <a:pPr>
              <a:lnSpc>
                <a:spcPct val="114999"/>
              </a:lnSpc>
              <a:buClr>
                <a:srgbClr val="999999"/>
              </a:buClr>
              <a:buFont typeface="Montserrat"/>
              <a:buChar char="●"/>
            </a:pPr>
            <a:endParaRPr lang="fr" i="1">
              <a:solidFill>
                <a:srgbClr val="999999"/>
              </a:solidFill>
              <a:latin typeface="Montserrat"/>
              <a:ea typeface="Montserrat"/>
              <a:cs typeface="Montserrat"/>
            </a:endParaRPr>
          </a:p>
          <a:p>
            <a:pPr>
              <a:lnSpc>
                <a:spcPct val="114999"/>
              </a:lnSpc>
              <a:buClr>
                <a:srgbClr val="999999"/>
              </a:buClr>
              <a:buFont typeface="Montserrat"/>
              <a:buChar char="●"/>
            </a:pPr>
            <a:endParaRPr lang="fr" i="1">
              <a:solidFill>
                <a:srgbClr val="999999"/>
              </a:solidFill>
              <a:latin typeface="Montserrat"/>
              <a:ea typeface="Montserrat"/>
              <a:cs typeface="Montserrat"/>
            </a:endParaRPr>
          </a:p>
          <a:p>
            <a:pPr>
              <a:lnSpc>
                <a:spcPct val="114999"/>
              </a:lnSpc>
              <a:buClr>
                <a:srgbClr val="999999"/>
              </a:buClr>
              <a:buFont typeface="Montserrat"/>
              <a:buChar char="●"/>
            </a:pPr>
            <a:endParaRPr lang="fr" i="1">
              <a:solidFill>
                <a:srgbClr val="999999"/>
              </a:solidFill>
              <a:latin typeface="Montserrat"/>
              <a:ea typeface="Montserrat"/>
              <a:cs typeface="Montserrat"/>
            </a:endParaRPr>
          </a:p>
          <a:p>
            <a:pPr>
              <a:lnSpc>
                <a:spcPct val="114999"/>
              </a:lnSpc>
              <a:buClr>
                <a:srgbClr val="999999"/>
              </a:buClr>
              <a:buFont typeface="Montserrat"/>
              <a:buChar char="●"/>
            </a:pPr>
            <a:endParaRPr lang="fr">
              <a:solidFill>
                <a:srgbClr val="434343"/>
              </a:solidFill>
              <a:latin typeface="Montserrat"/>
              <a:ea typeface="Montserrat"/>
              <a:cs typeface="Montserrat"/>
            </a:endParaRPr>
          </a:p>
        </p:txBody>
      </p:sp>
      <p:pic>
        <p:nvPicPr>
          <p:cNvPr id="8" name="Image 7" descr="Une image contenant texte, capture d’écran, Police, ligne&#10;&#10;Le contenu généré par l’IA peut être incorrect.">
            <a:extLst>
              <a:ext uri="{FF2B5EF4-FFF2-40B4-BE49-F238E27FC236}">
                <a16:creationId xmlns:a16="http://schemas.microsoft.com/office/drawing/2014/main" id="{24D4B1E6-525D-04E1-80F2-39DDBF45751D}"/>
              </a:ext>
            </a:extLst>
          </p:cNvPr>
          <p:cNvPicPr>
            <a:picLocks noChangeAspect="1"/>
          </p:cNvPicPr>
          <p:nvPr/>
        </p:nvPicPr>
        <p:blipFill>
          <a:blip r:embed="rId3"/>
          <a:stretch>
            <a:fillRect/>
          </a:stretch>
        </p:blipFill>
        <p:spPr>
          <a:xfrm>
            <a:off x="4156338" y="3171180"/>
            <a:ext cx="4397645" cy="1307838"/>
          </a:xfrm>
          <a:prstGeom prst="rect">
            <a:avLst/>
          </a:prstGeom>
        </p:spPr>
      </p:pic>
      <p:pic>
        <p:nvPicPr>
          <p:cNvPr id="9" name="Image 8" descr="Une image contenant texte, capture d’écran, Police&#10;&#10;Le contenu généré par l’IA peut être incorrect.">
            <a:extLst>
              <a:ext uri="{FF2B5EF4-FFF2-40B4-BE49-F238E27FC236}">
                <a16:creationId xmlns:a16="http://schemas.microsoft.com/office/drawing/2014/main" id="{AA4B93C7-783F-E094-D57B-38AF86DB26A7}"/>
              </a:ext>
            </a:extLst>
          </p:cNvPr>
          <p:cNvPicPr>
            <a:picLocks noChangeAspect="1"/>
          </p:cNvPicPr>
          <p:nvPr/>
        </p:nvPicPr>
        <p:blipFill>
          <a:blip r:embed="rId4"/>
          <a:stretch>
            <a:fillRect/>
          </a:stretch>
        </p:blipFill>
        <p:spPr>
          <a:xfrm>
            <a:off x="460837" y="3239516"/>
            <a:ext cx="3359258" cy="1163665"/>
          </a:xfrm>
          <a:prstGeom prst="rect">
            <a:avLst/>
          </a:prstGeom>
        </p:spPr>
      </p:pic>
      <p:pic>
        <p:nvPicPr>
          <p:cNvPr id="10" name="Image 9" descr="Une image contenant texte, capture d’écran, Police, ligne&#10;&#10;Le contenu généré par l’IA peut être incorrect.">
            <a:extLst>
              <a:ext uri="{FF2B5EF4-FFF2-40B4-BE49-F238E27FC236}">
                <a16:creationId xmlns:a16="http://schemas.microsoft.com/office/drawing/2014/main" id="{44D5E4B3-2F64-A8BC-99FC-C623C8130AB6}"/>
              </a:ext>
            </a:extLst>
          </p:cNvPr>
          <p:cNvPicPr>
            <a:picLocks noChangeAspect="1"/>
          </p:cNvPicPr>
          <p:nvPr/>
        </p:nvPicPr>
        <p:blipFill>
          <a:blip r:embed="rId5"/>
          <a:stretch>
            <a:fillRect/>
          </a:stretch>
        </p:blipFill>
        <p:spPr>
          <a:xfrm>
            <a:off x="2144479" y="2053777"/>
            <a:ext cx="3702643" cy="804137"/>
          </a:xfrm>
          <a:prstGeom prst="rect">
            <a:avLst/>
          </a:prstGeom>
        </p:spPr>
      </p:pic>
    </p:spTree>
    <p:extLst>
      <p:ext uri="{BB962C8B-B14F-4D97-AF65-F5344CB8AC3E}">
        <p14:creationId xmlns:p14="http://schemas.microsoft.com/office/powerpoint/2010/main" val="1371828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33C109AB-2206-15D8-ED76-D0ADB8B0CB5E}"/>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99443D48-2A43-6BD1-4C24-8F194AEA44D2}"/>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8309CB0C-8CCF-BE1B-2413-393A2DD9750E}"/>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fontScale="55000" lnSpcReduction="20000"/>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rPr>
              <a:t>Analyses complémentaires</a:t>
            </a:r>
          </a:p>
          <a:p>
            <a:pPr marL="0" marR="0" lvl="0" indent="0" algn="l" rtl="0">
              <a:lnSpc>
                <a:spcPct val="100000"/>
              </a:lnSpc>
              <a:spcBef>
                <a:spcPts val="0"/>
              </a:spcBef>
              <a:spcAft>
                <a:spcPts val="0"/>
              </a:spcAft>
              <a:buClr>
                <a:srgbClr val="000000"/>
              </a:buClr>
              <a:buSzPts val="2500"/>
              <a:buFont typeface="Arial"/>
              <a:buNone/>
            </a:pPr>
            <a:r>
              <a:rPr lang="fr" sz="2500">
                <a:solidFill>
                  <a:srgbClr val="F3F3F3"/>
                </a:solidFill>
                <a:latin typeface="Montserrat"/>
                <a:sym typeface="Montserrat"/>
              </a:rPr>
              <a:t>CA, quantités, stocks, taux de marge et corrélations</a:t>
            </a:r>
            <a:endParaRPr/>
          </a:p>
        </p:txBody>
      </p:sp>
      <p:sp>
        <p:nvSpPr>
          <p:cNvPr id="89" name="Google Shape;89;p7">
            <a:extLst>
              <a:ext uri="{FF2B5EF4-FFF2-40B4-BE49-F238E27FC236}">
                <a16:creationId xmlns:a16="http://schemas.microsoft.com/office/drawing/2014/main" id="{281E5CA5-9E68-79A4-CEEB-4B8051254EC7}"/>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7">
            <a:extLst>
              <a:ext uri="{FF2B5EF4-FFF2-40B4-BE49-F238E27FC236}">
                <a16:creationId xmlns:a16="http://schemas.microsoft.com/office/drawing/2014/main" id="{36BD61C9-B643-C556-DB68-B9A169F81C26}"/>
              </a:ext>
            </a:extLst>
          </p:cNvPr>
          <p:cNvSpPr txBox="1">
            <a:spLocks noGrp="1"/>
          </p:cNvSpPr>
          <p:nvPr>
            <p:ph type="body" idx="1"/>
          </p:nvPr>
        </p:nvSpPr>
        <p:spPr>
          <a:xfrm>
            <a:off x="557279" y="1528607"/>
            <a:ext cx="8419156" cy="3416400"/>
          </a:xfrm>
          <a:prstGeom prst="rect">
            <a:avLst/>
          </a:prstGeom>
          <a:noFill/>
          <a:ln>
            <a:noFill/>
          </a:ln>
        </p:spPr>
        <p:txBody>
          <a:bodyPr spcFirstLastPara="1" wrap="square" lIns="91425" tIns="91425" rIns="91425" bIns="91425" anchor="t" anchorCtr="0">
            <a:normAutofit/>
          </a:bodyPr>
          <a:lstStyle/>
          <a:p>
            <a:pPr>
              <a:lnSpc>
                <a:spcPct val="114999"/>
              </a:lnSpc>
              <a:buClr>
                <a:srgbClr val="999999"/>
              </a:buClr>
              <a:buFont typeface="Montserrat"/>
            </a:pPr>
            <a:r>
              <a:rPr lang="fr" i="1">
                <a:solidFill>
                  <a:srgbClr val="999999"/>
                </a:solidFill>
                <a:latin typeface="Montserrat"/>
                <a:sym typeface="Montserrat"/>
              </a:rPr>
              <a:t>Calculer le nombre de mois de stock</a:t>
            </a:r>
            <a:endParaRPr lang="fr-FR" i="1">
              <a:solidFill>
                <a:srgbClr val="999999"/>
              </a:solidFill>
              <a:latin typeface="Montserrat"/>
            </a:endParaRPr>
          </a:p>
          <a:p>
            <a:pPr>
              <a:lnSpc>
                <a:spcPct val="114999"/>
              </a:lnSpc>
              <a:buClr>
                <a:srgbClr val="999999"/>
              </a:buClr>
              <a:buFont typeface="Montserrat"/>
              <a:buChar char="●"/>
            </a:pPr>
            <a:endParaRPr lang="fr" i="1">
              <a:solidFill>
                <a:srgbClr val="999999"/>
              </a:solidFill>
              <a:latin typeface="Montserrat"/>
              <a:ea typeface="Montserrat"/>
            </a:endParaRPr>
          </a:p>
          <a:p>
            <a:pPr>
              <a:lnSpc>
                <a:spcPct val="114999"/>
              </a:lnSpc>
              <a:buClr>
                <a:srgbClr val="999999"/>
              </a:buClr>
              <a:buFont typeface="Montserrat"/>
              <a:buChar char="●"/>
            </a:pPr>
            <a:endParaRPr lang="fr" i="1">
              <a:solidFill>
                <a:srgbClr val="999999"/>
              </a:solidFill>
              <a:latin typeface="Montserrat"/>
              <a:ea typeface="Montserrat"/>
              <a:cs typeface="Montserrat"/>
            </a:endParaRPr>
          </a:p>
          <a:p>
            <a:pPr>
              <a:lnSpc>
                <a:spcPct val="114999"/>
              </a:lnSpc>
              <a:buClr>
                <a:srgbClr val="999999"/>
              </a:buClr>
              <a:buFont typeface="Montserrat"/>
              <a:buChar char="●"/>
            </a:pPr>
            <a:endParaRPr lang="fr" i="1">
              <a:solidFill>
                <a:srgbClr val="999999"/>
              </a:solidFill>
              <a:latin typeface="Montserrat"/>
              <a:ea typeface="Montserrat"/>
              <a:cs typeface="Montserrat"/>
            </a:endParaRPr>
          </a:p>
          <a:p>
            <a:pPr>
              <a:lnSpc>
                <a:spcPct val="114999"/>
              </a:lnSpc>
              <a:buClr>
                <a:srgbClr val="999999"/>
              </a:buClr>
              <a:buFont typeface="Montserrat"/>
              <a:buChar char="●"/>
            </a:pPr>
            <a:endParaRPr lang="fr" i="1">
              <a:solidFill>
                <a:srgbClr val="999999"/>
              </a:solidFill>
              <a:latin typeface="Montserrat"/>
              <a:ea typeface="Montserrat"/>
              <a:cs typeface="Montserrat"/>
            </a:endParaRPr>
          </a:p>
          <a:p>
            <a:pPr>
              <a:lnSpc>
                <a:spcPct val="114999"/>
              </a:lnSpc>
              <a:buClr>
                <a:srgbClr val="999999"/>
              </a:buClr>
              <a:buFont typeface="Montserrat"/>
              <a:buChar char="●"/>
            </a:pPr>
            <a:endParaRPr lang="fr" i="1">
              <a:solidFill>
                <a:srgbClr val="999999"/>
              </a:solidFill>
              <a:latin typeface="Montserrat"/>
              <a:ea typeface="Montserrat"/>
              <a:cs typeface="Montserrat"/>
            </a:endParaRPr>
          </a:p>
          <a:p>
            <a:pPr>
              <a:lnSpc>
                <a:spcPct val="114999"/>
              </a:lnSpc>
              <a:buClr>
                <a:srgbClr val="999999"/>
              </a:buClr>
              <a:buFont typeface="Montserrat"/>
              <a:buChar char="●"/>
            </a:pPr>
            <a:endParaRPr lang="fr">
              <a:solidFill>
                <a:srgbClr val="434343"/>
              </a:solidFill>
              <a:latin typeface="Montserrat"/>
              <a:ea typeface="Montserrat"/>
              <a:cs typeface="Montserrat"/>
            </a:endParaRPr>
          </a:p>
        </p:txBody>
      </p:sp>
      <p:pic>
        <p:nvPicPr>
          <p:cNvPr id="2" name="Image 1" descr="Une image contenant texte, capture d’écran, Police&#10;&#10;Le contenu généré par l’IA peut être incorrect.">
            <a:extLst>
              <a:ext uri="{FF2B5EF4-FFF2-40B4-BE49-F238E27FC236}">
                <a16:creationId xmlns:a16="http://schemas.microsoft.com/office/drawing/2014/main" id="{6DB46C4B-C1DF-14A7-0625-C823100FAA08}"/>
              </a:ext>
            </a:extLst>
          </p:cNvPr>
          <p:cNvPicPr>
            <a:picLocks noChangeAspect="1"/>
          </p:cNvPicPr>
          <p:nvPr/>
        </p:nvPicPr>
        <p:blipFill>
          <a:blip r:embed="rId3"/>
          <a:stretch>
            <a:fillRect/>
          </a:stretch>
        </p:blipFill>
        <p:spPr>
          <a:xfrm>
            <a:off x="112282" y="2010179"/>
            <a:ext cx="4119805" cy="2203181"/>
          </a:xfrm>
          <a:prstGeom prst="rect">
            <a:avLst/>
          </a:prstGeom>
        </p:spPr>
      </p:pic>
      <p:pic>
        <p:nvPicPr>
          <p:cNvPr id="3" name="Image 2" descr="Une image contenant texte, capture d’écran, ligne, diagramme&#10;&#10;Le contenu généré par l’IA peut être incorrect.">
            <a:extLst>
              <a:ext uri="{FF2B5EF4-FFF2-40B4-BE49-F238E27FC236}">
                <a16:creationId xmlns:a16="http://schemas.microsoft.com/office/drawing/2014/main" id="{6E00191C-E63E-D0EA-F772-EE17F37D2DFC}"/>
              </a:ext>
            </a:extLst>
          </p:cNvPr>
          <p:cNvPicPr>
            <a:picLocks noChangeAspect="1"/>
          </p:cNvPicPr>
          <p:nvPr/>
        </p:nvPicPr>
        <p:blipFill>
          <a:blip r:embed="rId4"/>
          <a:stretch>
            <a:fillRect/>
          </a:stretch>
        </p:blipFill>
        <p:spPr>
          <a:xfrm>
            <a:off x="4271720" y="2070996"/>
            <a:ext cx="4770573" cy="1650500"/>
          </a:xfrm>
          <a:prstGeom prst="rect">
            <a:avLst/>
          </a:prstGeom>
        </p:spPr>
      </p:pic>
    </p:spTree>
    <p:extLst>
      <p:ext uri="{BB962C8B-B14F-4D97-AF65-F5344CB8AC3E}">
        <p14:creationId xmlns:p14="http://schemas.microsoft.com/office/powerpoint/2010/main" val="555539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C6E0D6E2-8D7B-88C1-9775-B0D08EFB643A}"/>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FD1D7219-A5A7-19C3-DAF2-8B8129A9471F}"/>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62AB6931-4BD8-A41D-DF83-0CB9C02573E3}"/>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fontScale="55000" lnSpcReduction="20000"/>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rPr>
              <a:t>Analyses complémentaires</a:t>
            </a:r>
          </a:p>
          <a:p>
            <a:pPr marL="0" marR="0" lvl="0" indent="0" algn="l" rtl="0">
              <a:lnSpc>
                <a:spcPct val="100000"/>
              </a:lnSpc>
              <a:spcBef>
                <a:spcPts val="0"/>
              </a:spcBef>
              <a:spcAft>
                <a:spcPts val="0"/>
              </a:spcAft>
              <a:buClr>
                <a:srgbClr val="000000"/>
              </a:buClr>
              <a:buSzPts val="2500"/>
              <a:buFont typeface="Arial"/>
              <a:buNone/>
            </a:pPr>
            <a:r>
              <a:rPr lang="fr" sz="2500">
                <a:solidFill>
                  <a:srgbClr val="F3F3F3"/>
                </a:solidFill>
                <a:latin typeface="Montserrat"/>
                <a:sym typeface="Montserrat"/>
              </a:rPr>
              <a:t>CA, quantités, stocks, taux de marge et corrélations</a:t>
            </a:r>
            <a:endParaRPr/>
          </a:p>
        </p:txBody>
      </p:sp>
      <p:sp>
        <p:nvSpPr>
          <p:cNvPr id="89" name="Google Shape;89;p7">
            <a:extLst>
              <a:ext uri="{FF2B5EF4-FFF2-40B4-BE49-F238E27FC236}">
                <a16:creationId xmlns:a16="http://schemas.microsoft.com/office/drawing/2014/main" id="{29956146-7F1B-CC6E-8C86-6521BD3FBA96}"/>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7">
            <a:extLst>
              <a:ext uri="{FF2B5EF4-FFF2-40B4-BE49-F238E27FC236}">
                <a16:creationId xmlns:a16="http://schemas.microsoft.com/office/drawing/2014/main" id="{C521E4E8-DD39-C277-D722-5024B4370E1F}"/>
              </a:ext>
            </a:extLst>
          </p:cNvPr>
          <p:cNvSpPr txBox="1">
            <a:spLocks noGrp="1"/>
          </p:cNvSpPr>
          <p:nvPr>
            <p:ph type="body" idx="1"/>
          </p:nvPr>
        </p:nvSpPr>
        <p:spPr>
          <a:xfrm>
            <a:off x="116545" y="1480175"/>
            <a:ext cx="8913165" cy="3624658"/>
          </a:xfrm>
          <a:prstGeom prst="rect">
            <a:avLst/>
          </a:prstGeom>
          <a:noFill/>
          <a:ln>
            <a:noFill/>
          </a:ln>
        </p:spPr>
        <p:txBody>
          <a:bodyPr spcFirstLastPara="1" wrap="square" lIns="91425" tIns="91425" rIns="91425" bIns="91425" anchor="t" anchorCtr="0">
            <a:normAutofit/>
          </a:bodyPr>
          <a:lstStyle/>
          <a:p>
            <a:pPr>
              <a:lnSpc>
                <a:spcPct val="114999"/>
              </a:lnSpc>
              <a:buClr>
                <a:srgbClr val="999999"/>
              </a:buClr>
              <a:buFont typeface="Montserrat"/>
            </a:pPr>
            <a:r>
              <a:rPr lang="fr" sz="1200" i="1">
                <a:solidFill>
                  <a:srgbClr val="999999"/>
                </a:solidFill>
                <a:latin typeface="Montserrat"/>
                <a:sym typeface="Montserrat"/>
              </a:rPr>
              <a:t>Analyse du taux de marge</a:t>
            </a:r>
            <a:endParaRPr lang="fr-FR" sz="1200" i="1">
              <a:solidFill>
                <a:srgbClr val="999999"/>
              </a:solidFill>
              <a:latin typeface="Montserrat"/>
            </a:endParaRPr>
          </a:p>
          <a:p>
            <a:pPr>
              <a:lnSpc>
                <a:spcPct val="114999"/>
              </a:lnSpc>
              <a:buClr>
                <a:srgbClr val="999999"/>
              </a:buClr>
              <a:buFont typeface="Montserrat"/>
              <a:buChar char="●"/>
            </a:pPr>
            <a:r>
              <a:rPr lang="fr" sz="1200" i="1">
                <a:solidFill>
                  <a:srgbClr val="999999"/>
                </a:solidFill>
                <a:latin typeface="Montserrat"/>
                <a:ea typeface="Montserrat"/>
                <a:cs typeface="Montserrat"/>
              </a:rPr>
              <a:t>Problème rencontré : les prix négatifs étant toujours présents, il faudrait les supprimer à ce moment de l'analyse afin d'avoir des taux de marge corrects.</a:t>
            </a: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a:p>
            <a:pPr>
              <a:lnSpc>
                <a:spcPct val="114999"/>
              </a:lnSpc>
              <a:buClr>
                <a:srgbClr val="999999"/>
              </a:buClr>
              <a:buFont typeface="Montserrat"/>
              <a:buChar char="●"/>
            </a:pPr>
            <a:r>
              <a:rPr lang="fr" sz="1200" i="1">
                <a:solidFill>
                  <a:srgbClr val="999999"/>
                </a:solidFill>
                <a:latin typeface="Montserrat"/>
                <a:ea typeface="Montserrat"/>
                <a:cs typeface="Montserrat"/>
              </a:rPr>
              <a:t>Le taux maximum passe de 1.65 à 0.48.</a:t>
            </a:r>
          </a:p>
          <a:p>
            <a:pPr>
              <a:lnSpc>
                <a:spcPct val="114999"/>
              </a:lnSpc>
              <a:buClr>
                <a:srgbClr val="999999"/>
              </a:buClr>
              <a:buFont typeface="Montserrat"/>
              <a:buChar char="●"/>
            </a:pPr>
            <a:r>
              <a:rPr lang="fr" sz="1200" i="1">
                <a:solidFill>
                  <a:srgbClr val="999999"/>
                </a:solidFill>
                <a:latin typeface="Montserrat"/>
                <a:ea typeface="Montserrat"/>
                <a:cs typeface="Montserrat"/>
              </a:rPr>
              <a:t>Taux de marge par type de produit :</a:t>
            </a:r>
          </a:p>
        </p:txBody>
      </p:sp>
      <p:pic>
        <p:nvPicPr>
          <p:cNvPr id="4" name="Image 3" descr="Une image contenant texte, capture d’écran, Police, nombre&#10;&#10;Le contenu généré par l’IA peut être incorrect.">
            <a:extLst>
              <a:ext uri="{FF2B5EF4-FFF2-40B4-BE49-F238E27FC236}">
                <a16:creationId xmlns:a16="http://schemas.microsoft.com/office/drawing/2014/main" id="{33900D64-4419-1F26-59E1-2CD944776926}"/>
              </a:ext>
            </a:extLst>
          </p:cNvPr>
          <p:cNvPicPr>
            <a:picLocks noChangeAspect="1"/>
          </p:cNvPicPr>
          <p:nvPr/>
        </p:nvPicPr>
        <p:blipFill>
          <a:blip r:embed="rId3"/>
          <a:stretch>
            <a:fillRect/>
          </a:stretch>
        </p:blipFill>
        <p:spPr>
          <a:xfrm>
            <a:off x="722043" y="2203020"/>
            <a:ext cx="3307114" cy="1241158"/>
          </a:xfrm>
          <a:prstGeom prst="rect">
            <a:avLst/>
          </a:prstGeom>
        </p:spPr>
      </p:pic>
      <p:pic>
        <p:nvPicPr>
          <p:cNvPr id="5" name="Image 4" descr="Une image contenant texte, capture d’écran, Police, nombre&#10;&#10;Le contenu généré par l’IA peut être incorrect.">
            <a:extLst>
              <a:ext uri="{FF2B5EF4-FFF2-40B4-BE49-F238E27FC236}">
                <a16:creationId xmlns:a16="http://schemas.microsoft.com/office/drawing/2014/main" id="{84835ADF-54B3-5322-6610-6EEFBF9037B2}"/>
              </a:ext>
            </a:extLst>
          </p:cNvPr>
          <p:cNvPicPr>
            <a:picLocks noChangeAspect="1"/>
          </p:cNvPicPr>
          <p:nvPr/>
        </p:nvPicPr>
        <p:blipFill>
          <a:blip r:embed="rId4"/>
          <a:stretch>
            <a:fillRect/>
          </a:stretch>
        </p:blipFill>
        <p:spPr>
          <a:xfrm>
            <a:off x="4438409" y="2026807"/>
            <a:ext cx="2330396" cy="1409540"/>
          </a:xfrm>
          <a:prstGeom prst="rect">
            <a:avLst/>
          </a:prstGeom>
        </p:spPr>
      </p:pic>
      <p:pic>
        <p:nvPicPr>
          <p:cNvPr id="2" name="Image 1" descr="Une image contenant texte, capture d’écran, Police&#10;&#10;Le contenu généré par l’IA peut être incorrect.">
            <a:extLst>
              <a:ext uri="{FF2B5EF4-FFF2-40B4-BE49-F238E27FC236}">
                <a16:creationId xmlns:a16="http://schemas.microsoft.com/office/drawing/2014/main" id="{88A51919-D422-CABF-9844-4290946CADA2}"/>
              </a:ext>
            </a:extLst>
          </p:cNvPr>
          <p:cNvPicPr>
            <a:picLocks noChangeAspect="1"/>
          </p:cNvPicPr>
          <p:nvPr/>
        </p:nvPicPr>
        <p:blipFill>
          <a:blip r:embed="rId5"/>
          <a:stretch>
            <a:fillRect/>
          </a:stretch>
        </p:blipFill>
        <p:spPr>
          <a:xfrm>
            <a:off x="71599" y="3894190"/>
            <a:ext cx="3847617" cy="997220"/>
          </a:xfrm>
          <a:prstGeom prst="rect">
            <a:avLst/>
          </a:prstGeom>
        </p:spPr>
      </p:pic>
      <p:pic>
        <p:nvPicPr>
          <p:cNvPr id="3" name="Image 2" descr="Une image contenant texte, capture d’écran, Rectangle, Police&#10;&#10;Le contenu généré par l’IA peut être incorrect.">
            <a:extLst>
              <a:ext uri="{FF2B5EF4-FFF2-40B4-BE49-F238E27FC236}">
                <a16:creationId xmlns:a16="http://schemas.microsoft.com/office/drawing/2014/main" id="{D24CFD3D-6B61-94A0-ED46-5ED82740897F}"/>
              </a:ext>
            </a:extLst>
          </p:cNvPr>
          <p:cNvPicPr>
            <a:picLocks noChangeAspect="1"/>
          </p:cNvPicPr>
          <p:nvPr/>
        </p:nvPicPr>
        <p:blipFill>
          <a:blip r:embed="rId6"/>
          <a:stretch>
            <a:fillRect/>
          </a:stretch>
        </p:blipFill>
        <p:spPr>
          <a:xfrm>
            <a:off x="3985971" y="3507387"/>
            <a:ext cx="5041793" cy="1504451"/>
          </a:xfrm>
          <a:prstGeom prst="rect">
            <a:avLst/>
          </a:prstGeom>
        </p:spPr>
      </p:pic>
    </p:spTree>
    <p:extLst>
      <p:ext uri="{BB962C8B-B14F-4D97-AF65-F5344CB8AC3E}">
        <p14:creationId xmlns:p14="http://schemas.microsoft.com/office/powerpoint/2010/main" val="3916810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0F804F5A-DC33-097C-B157-87AE1EC04A68}"/>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0EEBB2B6-EB3D-8722-85E5-EC2ADD184878}"/>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D5CAABAB-D30C-0873-77ED-61E2C637302E}"/>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fontScale="55000" lnSpcReduction="20000"/>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rPr>
              <a:t>Analyses complémentaires</a:t>
            </a:r>
          </a:p>
          <a:p>
            <a:pPr marL="0" marR="0" lvl="0" indent="0" algn="l" rtl="0">
              <a:lnSpc>
                <a:spcPct val="100000"/>
              </a:lnSpc>
              <a:spcBef>
                <a:spcPts val="0"/>
              </a:spcBef>
              <a:spcAft>
                <a:spcPts val="0"/>
              </a:spcAft>
              <a:buClr>
                <a:srgbClr val="000000"/>
              </a:buClr>
              <a:buSzPts val="2500"/>
              <a:buFont typeface="Arial"/>
              <a:buNone/>
            </a:pPr>
            <a:r>
              <a:rPr lang="fr" sz="2500">
                <a:solidFill>
                  <a:srgbClr val="F3F3F3"/>
                </a:solidFill>
                <a:latin typeface="Montserrat"/>
                <a:sym typeface="Montserrat"/>
              </a:rPr>
              <a:t>CA, quantités, stocks, taux de marge et corrélations</a:t>
            </a:r>
            <a:endParaRPr/>
          </a:p>
        </p:txBody>
      </p:sp>
      <p:sp>
        <p:nvSpPr>
          <p:cNvPr id="89" name="Google Shape;89;p7">
            <a:extLst>
              <a:ext uri="{FF2B5EF4-FFF2-40B4-BE49-F238E27FC236}">
                <a16:creationId xmlns:a16="http://schemas.microsoft.com/office/drawing/2014/main" id="{FEBBEE36-9D0D-963A-2114-0DEA24D3CFC2}"/>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7">
            <a:extLst>
              <a:ext uri="{FF2B5EF4-FFF2-40B4-BE49-F238E27FC236}">
                <a16:creationId xmlns:a16="http://schemas.microsoft.com/office/drawing/2014/main" id="{024B53C8-9699-EEA0-7D48-B8E67E3FAB8A}"/>
              </a:ext>
            </a:extLst>
          </p:cNvPr>
          <p:cNvSpPr txBox="1">
            <a:spLocks noGrp="1"/>
          </p:cNvSpPr>
          <p:nvPr>
            <p:ph type="body" idx="1"/>
          </p:nvPr>
        </p:nvSpPr>
        <p:spPr>
          <a:xfrm>
            <a:off x="116545" y="1480175"/>
            <a:ext cx="8913165" cy="3624658"/>
          </a:xfrm>
          <a:prstGeom prst="rect">
            <a:avLst/>
          </a:prstGeom>
          <a:noFill/>
          <a:ln>
            <a:noFill/>
          </a:ln>
        </p:spPr>
        <p:txBody>
          <a:bodyPr spcFirstLastPara="1" wrap="square" lIns="91425" tIns="91425" rIns="91425" bIns="91425" anchor="t" anchorCtr="0">
            <a:normAutofit/>
          </a:bodyPr>
          <a:lstStyle/>
          <a:p>
            <a:pPr>
              <a:lnSpc>
                <a:spcPct val="114999"/>
              </a:lnSpc>
              <a:buClr>
                <a:srgbClr val="999999"/>
              </a:buClr>
              <a:buFont typeface="Montserrat"/>
            </a:pPr>
            <a:r>
              <a:rPr lang="fr" sz="1200" i="1">
                <a:solidFill>
                  <a:srgbClr val="999999"/>
                </a:solidFill>
                <a:latin typeface="Montserrat"/>
                <a:sym typeface="Montserrat"/>
              </a:rPr>
              <a:t>Analyse des corrélations entre les variables stock, sales et </a:t>
            </a:r>
            <a:r>
              <a:rPr lang="fr" sz="1200" i="1" err="1">
                <a:solidFill>
                  <a:srgbClr val="999999"/>
                </a:solidFill>
                <a:latin typeface="Montserrat"/>
                <a:sym typeface="Montserrat"/>
              </a:rPr>
              <a:t>price</a:t>
            </a:r>
            <a:r>
              <a:rPr lang="fr" sz="1200" i="1">
                <a:solidFill>
                  <a:srgbClr val="999999"/>
                </a:solidFill>
                <a:latin typeface="Montserrat"/>
                <a:sym typeface="Montserrat"/>
              </a:rPr>
              <a:t> avec une </a:t>
            </a:r>
            <a:r>
              <a:rPr lang="fr" sz="1200" i="1" err="1">
                <a:solidFill>
                  <a:srgbClr val="999999"/>
                </a:solidFill>
                <a:latin typeface="Montserrat"/>
                <a:sym typeface="Montserrat"/>
              </a:rPr>
              <a:t>heatmap</a:t>
            </a:r>
            <a:r>
              <a:rPr lang="fr" sz="1200" i="1">
                <a:solidFill>
                  <a:srgbClr val="999999"/>
                </a:solidFill>
                <a:latin typeface="Montserrat"/>
                <a:sym typeface="Montserrat"/>
              </a:rPr>
              <a:t> avec </a:t>
            </a:r>
            <a:r>
              <a:rPr lang="fr" sz="1200" i="1" err="1">
                <a:solidFill>
                  <a:srgbClr val="999999"/>
                </a:solidFill>
                <a:latin typeface="Montserrat"/>
                <a:sym typeface="Montserrat"/>
              </a:rPr>
              <a:t>Seaborn</a:t>
            </a:r>
            <a:endParaRPr lang="fr-FR" sz="1200" i="1" err="1">
              <a:solidFill>
                <a:srgbClr val="999999"/>
              </a:solidFill>
              <a:latin typeface="Montserrat"/>
              <a:sym typeface="Montserrat"/>
            </a:endParaRPr>
          </a:p>
          <a:p>
            <a:pPr>
              <a:lnSpc>
                <a:spcPct val="114999"/>
              </a:lnSpc>
              <a:buClr>
                <a:srgbClr val="999999"/>
              </a:buClr>
              <a:buFont typeface="Montserrat"/>
            </a:pPr>
            <a:endParaRPr lang="fr" sz="1200" i="1">
              <a:solidFill>
                <a:srgbClr val="999999"/>
              </a:solidFill>
              <a:latin typeface="Montserrat"/>
            </a:endParaRPr>
          </a:p>
          <a:p>
            <a:pPr>
              <a:lnSpc>
                <a:spcPct val="114999"/>
              </a:lnSpc>
              <a:buClr>
                <a:srgbClr val="999999"/>
              </a:buClr>
              <a:buFont typeface="Montserrat"/>
              <a:buChar char="●"/>
            </a:pPr>
            <a:endParaRPr lang="fr" sz="1200" i="1">
              <a:solidFill>
                <a:srgbClr val="999999"/>
              </a:solidFill>
              <a:ea typeface="Montserrat"/>
            </a:endParaRPr>
          </a:p>
          <a:p>
            <a:pPr>
              <a:lnSpc>
                <a:spcPct val="114999"/>
              </a:lnSpc>
              <a:buClr>
                <a:srgbClr val="999999"/>
              </a:buClr>
              <a:buFont typeface="Montserrat"/>
              <a:buChar char="●"/>
            </a:pPr>
            <a:endParaRPr lang="fr" sz="1200" i="1">
              <a:solidFill>
                <a:srgbClr val="999999"/>
              </a:solidFill>
              <a:latin typeface="Montserrat"/>
              <a:ea typeface="Montserrat"/>
            </a:endParaRPr>
          </a:p>
          <a:p>
            <a:pPr>
              <a:lnSpc>
                <a:spcPct val="114999"/>
              </a:lnSpc>
              <a:buClr>
                <a:srgbClr val="999999"/>
              </a:buClr>
              <a:buFont typeface="Montserrat"/>
              <a:buChar char="●"/>
            </a:pPr>
            <a:endParaRPr lang="fr" sz="1200" i="1">
              <a:solidFill>
                <a:srgbClr val="999999"/>
              </a:solidFill>
              <a:ea typeface="Montserrat"/>
            </a:endParaRPr>
          </a:p>
          <a:p>
            <a:pPr>
              <a:lnSpc>
                <a:spcPct val="114999"/>
              </a:lnSpc>
              <a:buClr>
                <a:srgbClr val="999999"/>
              </a:buClr>
              <a:buFont typeface="Montserrat"/>
              <a:buChar char="●"/>
            </a:pPr>
            <a:endParaRPr lang="fr" sz="1200" i="1">
              <a:solidFill>
                <a:srgbClr val="999999"/>
              </a:solidFill>
              <a:ea typeface="Montserrat"/>
            </a:endParaRPr>
          </a:p>
          <a:p>
            <a:pPr>
              <a:lnSpc>
                <a:spcPct val="114999"/>
              </a:lnSpc>
              <a:buClr>
                <a:srgbClr val="999999"/>
              </a:buClr>
              <a:buFont typeface="Montserrat"/>
              <a:buChar char="●"/>
            </a:pPr>
            <a:endParaRPr lang="fr" sz="1200" i="1">
              <a:solidFill>
                <a:srgbClr val="999999"/>
              </a:solidFill>
              <a:latin typeface="Montserrat"/>
              <a:ea typeface="Montserrat"/>
            </a:endParaRPr>
          </a:p>
          <a:p>
            <a:pPr>
              <a:lnSpc>
                <a:spcPct val="114999"/>
              </a:lnSpc>
              <a:buClr>
                <a:srgbClr val="999999"/>
              </a:buClr>
              <a:buFont typeface="Montserrat"/>
              <a:buChar char="●"/>
            </a:pPr>
            <a:endParaRPr lang="fr" sz="1200" i="1">
              <a:solidFill>
                <a:srgbClr val="999999"/>
              </a:solidFill>
              <a:latin typeface="Montserrat"/>
              <a:ea typeface="Montserrat"/>
            </a:endParaRPr>
          </a:p>
          <a:p>
            <a:pPr>
              <a:lnSpc>
                <a:spcPct val="114999"/>
              </a:lnSpc>
              <a:buClr>
                <a:srgbClr val="999999"/>
              </a:buClr>
              <a:buFont typeface="Montserrat"/>
              <a:buChar char="●"/>
            </a:pPr>
            <a:endParaRPr lang="fr" sz="1200" i="1">
              <a:solidFill>
                <a:srgbClr val="999999"/>
              </a:solidFill>
              <a:latin typeface="Montserrat"/>
              <a:ea typeface="Montserrat"/>
            </a:endParaRPr>
          </a:p>
          <a:p>
            <a:pPr>
              <a:lnSpc>
                <a:spcPct val="114999"/>
              </a:lnSpc>
              <a:buClr>
                <a:srgbClr val="999999"/>
              </a:buClr>
              <a:buFont typeface="Montserrat"/>
              <a:buChar char="●"/>
            </a:pPr>
            <a:endParaRPr lang="fr" sz="1200" i="1">
              <a:solidFill>
                <a:srgbClr val="999999"/>
              </a:solidFill>
              <a:ea typeface="Montserrat"/>
            </a:endParaRPr>
          </a:p>
          <a:p>
            <a:pPr>
              <a:lnSpc>
                <a:spcPct val="114999"/>
              </a:lnSpc>
              <a:buClr>
                <a:srgbClr val="999999"/>
              </a:buClr>
              <a:buFont typeface="Montserrat"/>
              <a:buChar char="●"/>
            </a:pPr>
            <a:endParaRPr lang="fr" sz="1200" i="1">
              <a:solidFill>
                <a:srgbClr val="999999"/>
              </a:solidFill>
              <a:latin typeface="Montserrat"/>
              <a:ea typeface="Montserrat"/>
            </a:endParaRPr>
          </a:p>
          <a:p>
            <a:pPr>
              <a:lnSpc>
                <a:spcPct val="114999"/>
              </a:lnSpc>
              <a:buClr>
                <a:srgbClr val="999999"/>
              </a:buClr>
              <a:buFont typeface="Montserrat"/>
            </a:pPr>
            <a:endParaRPr lang="fr" sz="1200" i="1">
              <a:solidFill>
                <a:srgbClr val="999999"/>
              </a:solidFill>
              <a:latin typeface="Montserrat"/>
            </a:endParaRPr>
          </a:p>
          <a:p>
            <a:pPr>
              <a:lnSpc>
                <a:spcPct val="114999"/>
              </a:lnSpc>
              <a:buClr>
                <a:srgbClr val="999999"/>
              </a:buClr>
              <a:buFont typeface="Montserrat"/>
            </a:pPr>
            <a:endParaRPr lang="fr" sz="1200" i="1">
              <a:solidFill>
                <a:srgbClr val="999999"/>
              </a:solidFill>
              <a:latin typeface="Montserrat"/>
            </a:endParaRPr>
          </a:p>
          <a:p>
            <a:pPr>
              <a:lnSpc>
                <a:spcPct val="114999"/>
              </a:lnSpc>
              <a:buClr>
                <a:srgbClr val="999999"/>
              </a:buClr>
            </a:pPr>
            <a:r>
              <a:rPr lang="fr" sz="1200" i="1">
                <a:solidFill>
                  <a:srgbClr val="999999"/>
                </a:solidFill>
                <a:latin typeface="Montserrat"/>
              </a:rPr>
              <a:t>(+0.44) - </a:t>
            </a:r>
            <a:r>
              <a:rPr lang="fr" sz="1200" i="1" err="1">
                <a:solidFill>
                  <a:srgbClr val="999999"/>
                </a:solidFill>
                <a:latin typeface="Montserrat"/>
              </a:rPr>
              <a:t>total_sales</a:t>
            </a:r>
            <a:r>
              <a:rPr lang="fr" sz="1200" i="1">
                <a:solidFill>
                  <a:srgbClr val="999999"/>
                </a:solidFill>
                <a:latin typeface="Montserrat"/>
              </a:rPr>
              <a:t> et </a:t>
            </a:r>
            <a:r>
              <a:rPr lang="fr" sz="1200" i="1" err="1">
                <a:solidFill>
                  <a:srgbClr val="999999"/>
                </a:solidFill>
                <a:latin typeface="Montserrat"/>
              </a:rPr>
              <a:t>stock_quantity</a:t>
            </a:r>
            <a:r>
              <a:rPr lang="fr" sz="1200" i="1">
                <a:solidFill>
                  <a:srgbClr val="999999"/>
                </a:solidFill>
                <a:latin typeface="Montserrat"/>
              </a:rPr>
              <a:t> : Plus un produit se vend, plus il y a de stock.</a:t>
            </a:r>
          </a:p>
          <a:p>
            <a:pPr>
              <a:lnSpc>
                <a:spcPct val="114999"/>
              </a:lnSpc>
              <a:buClr>
                <a:srgbClr val="999999"/>
              </a:buClr>
            </a:pPr>
            <a:r>
              <a:rPr lang="fr" sz="1200" i="1">
                <a:solidFill>
                  <a:srgbClr val="999999"/>
                </a:solidFill>
                <a:latin typeface="Montserrat"/>
              </a:rPr>
              <a:t>(-0.09) - </a:t>
            </a:r>
            <a:r>
              <a:rPr lang="fr" sz="1200" i="1" err="1">
                <a:solidFill>
                  <a:srgbClr val="999999"/>
                </a:solidFill>
                <a:latin typeface="Montserrat"/>
              </a:rPr>
              <a:t>price</a:t>
            </a:r>
            <a:r>
              <a:rPr lang="fr" sz="1200" i="1">
                <a:solidFill>
                  <a:srgbClr val="999999"/>
                </a:solidFill>
                <a:latin typeface="Montserrat"/>
              </a:rPr>
              <a:t> et </a:t>
            </a:r>
            <a:r>
              <a:rPr lang="fr" sz="1200" i="1" err="1">
                <a:solidFill>
                  <a:srgbClr val="999999"/>
                </a:solidFill>
                <a:latin typeface="Montserrat"/>
              </a:rPr>
              <a:t>stock_quantity</a:t>
            </a:r>
            <a:r>
              <a:rPr lang="fr" sz="1200" i="1">
                <a:solidFill>
                  <a:srgbClr val="999999"/>
                </a:solidFill>
                <a:latin typeface="Montserrat"/>
              </a:rPr>
              <a:t> : Le prix n’a pas vraiment de lien avec la quantité en stock.</a:t>
            </a:r>
          </a:p>
          <a:p>
            <a:pPr>
              <a:lnSpc>
                <a:spcPct val="114999"/>
              </a:lnSpc>
              <a:buClr>
                <a:srgbClr val="999999"/>
              </a:buClr>
              <a:buFont typeface="Arial"/>
              <a:buChar char="●"/>
            </a:pPr>
            <a:r>
              <a:rPr lang="fr" sz="1200" i="1">
                <a:solidFill>
                  <a:srgbClr val="999999"/>
                </a:solidFill>
                <a:latin typeface="Montserrat"/>
              </a:rPr>
              <a:t>(+0.52) - </a:t>
            </a:r>
            <a:r>
              <a:rPr lang="fr" sz="1200" i="1" err="1">
                <a:solidFill>
                  <a:srgbClr val="999999"/>
                </a:solidFill>
                <a:latin typeface="Montserrat"/>
              </a:rPr>
              <a:t>price</a:t>
            </a:r>
            <a:r>
              <a:rPr lang="fr" sz="1200" i="1">
                <a:solidFill>
                  <a:srgbClr val="999999"/>
                </a:solidFill>
                <a:latin typeface="Montserrat"/>
              </a:rPr>
              <a:t> et </a:t>
            </a:r>
            <a:r>
              <a:rPr lang="fr" sz="1200" i="1" err="1">
                <a:solidFill>
                  <a:srgbClr val="999999"/>
                </a:solidFill>
                <a:latin typeface="Montserrat"/>
              </a:rPr>
              <a:t>total_sales</a:t>
            </a:r>
            <a:r>
              <a:rPr lang="fr" sz="1200" i="1">
                <a:solidFill>
                  <a:srgbClr val="999999"/>
                </a:solidFill>
                <a:latin typeface="Montserrat"/>
              </a:rPr>
              <a:t> : Plus le prix augmente, moins le produit se vend.</a:t>
            </a:r>
            <a:endParaRPr lang="fr"/>
          </a:p>
          <a:p>
            <a:pPr>
              <a:lnSpc>
                <a:spcPct val="114999"/>
              </a:lnSpc>
              <a:buClr>
                <a:srgbClr val="999999"/>
              </a:buClr>
              <a:buFont typeface="Montserrat"/>
              <a:buChar char="●"/>
            </a:pPr>
            <a:endParaRPr lang="fr" sz="1200" i="1">
              <a:solidFill>
                <a:srgbClr val="999999"/>
              </a:solidFill>
            </a:endParaRPr>
          </a:p>
          <a:p>
            <a:pPr>
              <a:lnSpc>
                <a:spcPct val="114999"/>
              </a:lnSpc>
              <a:buClr>
                <a:srgbClr val="999999"/>
              </a:buClr>
              <a:buFont typeface="Montserrat"/>
              <a:buChar char="●"/>
            </a:pPr>
            <a:endParaRPr lang="fr" sz="1200" i="1">
              <a:solidFill>
                <a:srgbClr val="999999"/>
              </a:solidFill>
              <a:latin typeface="Montserrat"/>
            </a:endParaRPr>
          </a:p>
          <a:p>
            <a:pPr>
              <a:lnSpc>
                <a:spcPct val="114999"/>
              </a:lnSpc>
              <a:buClr>
                <a:srgbClr val="999999"/>
              </a:buClr>
              <a:buFont typeface="Montserrat"/>
              <a:buChar char="●"/>
            </a:pPr>
            <a:endParaRPr lang="fr" sz="1200" i="1">
              <a:solidFill>
                <a:srgbClr val="999999"/>
              </a:solidFill>
              <a:latin typeface="Montserrat"/>
            </a:endParaRPr>
          </a:p>
          <a:p>
            <a:pPr>
              <a:lnSpc>
                <a:spcPct val="114999"/>
              </a:lnSpc>
              <a:buClr>
                <a:srgbClr val="999999"/>
              </a:buClr>
              <a:buFont typeface="Montserrat"/>
            </a:pPr>
            <a:endParaRPr lang="fr" sz="1200" i="1">
              <a:solidFill>
                <a:srgbClr val="999999"/>
              </a:solidFill>
              <a:latin typeface="Montserrat"/>
              <a:ea typeface="Montserrat"/>
            </a:endParaRPr>
          </a:p>
          <a:p>
            <a:pPr>
              <a:lnSpc>
                <a:spcPct val="114999"/>
              </a:lnSpc>
              <a:buClr>
                <a:srgbClr val="999999"/>
              </a:buClr>
              <a:buFont typeface="Montserrat"/>
              <a:buChar char="●"/>
            </a:pPr>
            <a:endParaRPr lang="fr" sz="1200" i="1">
              <a:solidFill>
                <a:srgbClr val="999999"/>
              </a:solidFill>
              <a:latin typeface="Montserrat"/>
              <a:ea typeface="Montserrat"/>
            </a:endParaRPr>
          </a:p>
          <a:p>
            <a:pPr>
              <a:lnSpc>
                <a:spcPct val="114999"/>
              </a:lnSpc>
              <a:buClr>
                <a:srgbClr val="999999"/>
              </a:buClr>
              <a:buFont typeface="Montserrat"/>
              <a:buChar char="●"/>
            </a:pPr>
            <a:endParaRPr lang="fr" sz="1200" i="1">
              <a:solidFill>
                <a:srgbClr val="999999"/>
              </a:solidFill>
              <a:latin typeface="Montserrat"/>
              <a:ea typeface="Montserrat"/>
              <a:cs typeface="Montserrat"/>
            </a:endParaRPr>
          </a:p>
        </p:txBody>
      </p:sp>
      <p:pic>
        <p:nvPicPr>
          <p:cNvPr id="6" name="Image 5" descr="Une image contenant texte, capture d’écran, Police&#10;&#10;Le contenu généré par l’IA peut être incorrect.">
            <a:extLst>
              <a:ext uri="{FF2B5EF4-FFF2-40B4-BE49-F238E27FC236}">
                <a16:creationId xmlns:a16="http://schemas.microsoft.com/office/drawing/2014/main" id="{EBE9A0C9-FD12-9576-58E3-20BE19BD6980}"/>
              </a:ext>
            </a:extLst>
          </p:cNvPr>
          <p:cNvPicPr>
            <a:picLocks noChangeAspect="1"/>
          </p:cNvPicPr>
          <p:nvPr/>
        </p:nvPicPr>
        <p:blipFill>
          <a:blip r:embed="rId3"/>
          <a:stretch>
            <a:fillRect/>
          </a:stretch>
        </p:blipFill>
        <p:spPr>
          <a:xfrm>
            <a:off x="263310" y="1955287"/>
            <a:ext cx="3837123" cy="1930347"/>
          </a:xfrm>
          <a:prstGeom prst="rect">
            <a:avLst/>
          </a:prstGeom>
        </p:spPr>
      </p:pic>
      <p:pic>
        <p:nvPicPr>
          <p:cNvPr id="7" name="Image 6" descr="Une image contenant texte, capture d’écran, Police, ligne&#10;&#10;Le contenu généré par l’IA peut être incorrect.">
            <a:extLst>
              <a:ext uri="{FF2B5EF4-FFF2-40B4-BE49-F238E27FC236}">
                <a16:creationId xmlns:a16="http://schemas.microsoft.com/office/drawing/2014/main" id="{EAAFE112-CF1D-AF77-A35A-31CC038228FA}"/>
              </a:ext>
            </a:extLst>
          </p:cNvPr>
          <p:cNvPicPr>
            <a:picLocks noChangeAspect="1"/>
          </p:cNvPicPr>
          <p:nvPr/>
        </p:nvPicPr>
        <p:blipFill>
          <a:blip r:embed="rId4"/>
          <a:stretch>
            <a:fillRect/>
          </a:stretch>
        </p:blipFill>
        <p:spPr>
          <a:xfrm>
            <a:off x="4858880" y="2014376"/>
            <a:ext cx="2293427" cy="1812172"/>
          </a:xfrm>
          <a:prstGeom prst="rect">
            <a:avLst/>
          </a:prstGeom>
        </p:spPr>
      </p:pic>
    </p:spTree>
    <p:extLst>
      <p:ext uri="{BB962C8B-B14F-4D97-AF65-F5344CB8AC3E}">
        <p14:creationId xmlns:p14="http://schemas.microsoft.com/office/powerpoint/2010/main" val="10671624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g13f9e8f1567_0_0"/>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g13f9e8f1567_0_0"/>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a:solidFill>
                  <a:srgbClr val="F3F3F3"/>
                </a:solidFill>
                <a:latin typeface="Montserrat"/>
                <a:ea typeface="Montserrat"/>
                <a:cs typeface="Montserrat"/>
                <a:sym typeface="Montserrat"/>
              </a:rPr>
              <a:t>Actions pour la suite</a:t>
            </a:r>
            <a:endParaRPr/>
          </a:p>
        </p:txBody>
      </p:sp>
      <p:sp>
        <p:nvSpPr>
          <p:cNvPr id="97" name="Google Shape;97;g13f9e8f1567_0_0"/>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g13f9e8f1567_0_0"/>
          <p:cNvSpPr txBox="1">
            <a:spLocks noGrp="1"/>
          </p:cNvSpPr>
          <p:nvPr>
            <p:ph type="body" idx="1"/>
          </p:nvPr>
        </p:nvSpPr>
        <p:spPr>
          <a:xfrm>
            <a:off x="164974" y="1528600"/>
            <a:ext cx="8853596" cy="3416400"/>
          </a:xfrm>
          <a:prstGeom prst="rect">
            <a:avLst/>
          </a:prstGeom>
          <a:noFill/>
          <a:ln>
            <a:noFill/>
          </a:ln>
        </p:spPr>
        <p:txBody>
          <a:bodyPr spcFirstLastPara="1" wrap="square" lIns="91425" tIns="91425" rIns="91425" bIns="91425" anchor="t" anchorCtr="0">
            <a:normAutofit/>
          </a:bodyPr>
          <a:lstStyle/>
          <a:p>
            <a:pPr marL="0" indent="0">
              <a:buNone/>
            </a:pPr>
            <a:r>
              <a:rPr lang="fr-FR" i="1" err="1">
                <a:solidFill>
                  <a:srgbClr val="999999"/>
                </a:solidFill>
                <a:latin typeface="Montserrat"/>
                <a:ea typeface="Montserrat"/>
                <a:cs typeface="Montserrat"/>
              </a:rPr>
              <a:t>Plusieurs</a:t>
            </a:r>
            <a:r>
              <a:rPr lang="fr-FR" i="1" dirty="0">
                <a:solidFill>
                  <a:srgbClr val="999999"/>
                </a:solidFill>
                <a:latin typeface="Montserrat"/>
                <a:ea typeface="Montserrat"/>
                <a:cs typeface="Montserrat"/>
              </a:rPr>
              <a:t> </a:t>
            </a:r>
            <a:r>
              <a:rPr lang="fr-FR" i="1" err="1">
                <a:solidFill>
                  <a:srgbClr val="999999"/>
                </a:solidFill>
                <a:latin typeface="Montserrat"/>
                <a:ea typeface="Montserrat"/>
                <a:cs typeface="Montserrat"/>
              </a:rPr>
              <a:t>problèmes</a:t>
            </a:r>
            <a:r>
              <a:rPr lang="fr-FR" i="1" dirty="0">
                <a:solidFill>
                  <a:srgbClr val="999999"/>
                </a:solidFill>
                <a:latin typeface="Montserrat"/>
                <a:ea typeface="Montserrat"/>
                <a:cs typeface="Montserrat"/>
              </a:rPr>
              <a:t> </a:t>
            </a:r>
            <a:r>
              <a:rPr lang="fr-FR" i="1" err="1">
                <a:solidFill>
                  <a:srgbClr val="999999"/>
                </a:solidFill>
                <a:latin typeface="Montserrat"/>
                <a:ea typeface="Montserrat"/>
                <a:cs typeface="Montserrat"/>
              </a:rPr>
              <a:t>ont</a:t>
            </a:r>
            <a:r>
              <a:rPr lang="fr-FR" i="1" dirty="0">
                <a:solidFill>
                  <a:srgbClr val="999999"/>
                </a:solidFill>
                <a:latin typeface="Montserrat"/>
                <a:ea typeface="Montserrat"/>
                <a:cs typeface="Montserrat"/>
              </a:rPr>
              <a:t> </a:t>
            </a:r>
            <a:r>
              <a:rPr lang="fr-FR" i="1" err="1">
                <a:solidFill>
                  <a:srgbClr val="999999"/>
                </a:solidFill>
                <a:latin typeface="Montserrat"/>
                <a:ea typeface="Montserrat"/>
                <a:cs typeface="Montserrat"/>
              </a:rPr>
              <a:t>été</a:t>
            </a:r>
            <a:r>
              <a:rPr lang="fr-FR" i="1" dirty="0">
                <a:solidFill>
                  <a:srgbClr val="999999"/>
                </a:solidFill>
                <a:latin typeface="Montserrat"/>
                <a:ea typeface="Montserrat"/>
                <a:cs typeface="Montserrat"/>
              </a:rPr>
              <a:t> </a:t>
            </a:r>
            <a:r>
              <a:rPr lang="fr-FR" i="1" err="1">
                <a:solidFill>
                  <a:srgbClr val="999999"/>
                </a:solidFill>
                <a:latin typeface="Montserrat"/>
                <a:ea typeface="Montserrat"/>
                <a:cs typeface="Montserrat"/>
              </a:rPr>
              <a:t>rencontrés</a:t>
            </a:r>
            <a:r>
              <a:rPr lang="fr-FR" i="1" dirty="0">
                <a:solidFill>
                  <a:srgbClr val="999999"/>
                </a:solidFill>
                <a:latin typeface="Montserrat"/>
                <a:ea typeface="Montserrat"/>
                <a:cs typeface="Montserrat"/>
              </a:rPr>
              <a:t> </a:t>
            </a:r>
            <a:r>
              <a:rPr lang="fr-FR" i="1" err="1">
                <a:solidFill>
                  <a:srgbClr val="999999"/>
                </a:solidFill>
                <a:latin typeface="Montserrat"/>
                <a:ea typeface="Montserrat"/>
                <a:cs typeface="Montserrat"/>
              </a:rPr>
              <a:t>lors</a:t>
            </a:r>
            <a:r>
              <a:rPr lang="fr-FR" i="1">
                <a:solidFill>
                  <a:srgbClr val="999999"/>
                </a:solidFill>
                <a:latin typeface="Montserrat"/>
                <a:ea typeface="Montserrat"/>
                <a:cs typeface="Montserrat"/>
              </a:rPr>
              <a:t> de l'analyse :</a:t>
            </a:r>
          </a:p>
          <a:p>
            <a:pPr marL="285750" indent="-285750">
              <a:lnSpc>
                <a:spcPct val="114999"/>
              </a:lnSpc>
              <a:buFont typeface="Arial"/>
              <a:buChar char="•"/>
            </a:pPr>
            <a:r>
              <a:rPr lang="fr-FR" i="1">
                <a:solidFill>
                  <a:srgbClr val="999999"/>
                </a:solidFill>
                <a:latin typeface="Montserrat"/>
                <a:ea typeface="Montserrat"/>
                <a:cs typeface="Montserrat"/>
              </a:rPr>
              <a:t>Prix d'achat supérieurs au prix de vente (taux de marge négatif),</a:t>
            </a:r>
          </a:p>
          <a:p>
            <a:pPr marL="285750" indent="-285750">
              <a:lnSpc>
                <a:spcPct val="114999"/>
              </a:lnSpc>
              <a:buFont typeface="Arial"/>
              <a:buChar char="•"/>
            </a:pPr>
            <a:r>
              <a:rPr lang="fr-FR" i="1">
                <a:solidFill>
                  <a:srgbClr val="999999"/>
                </a:solidFill>
                <a:latin typeface="Montserrat"/>
                <a:ea typeface="Montserrat"/>
                <a:cs typeface="Montserrat"/>
              </a:rPr>
              <a:t>Des prix négatifs, ainsi que des stocks négatifs</a:t>
            </a:r>
            <a:r>
              <a:rPr lang="fr-FR" i="1" dirty="0">
                <a:solidFill>
                  <a:srgbClr val="999999"/>
                </a:solidFill>
                <a:latin typeface="Montserrat"/>
                <a:ea typeface="Montserrat"/>
                <a:cs typeface="Montserrat"/>
              </a:rPr>
              <a:t>,</a:t>
            </a:r>
          </a:p>
          <a:p>
            <a:pPr marL="285750" indent="-285750">
              <a:lnSpc>
                <a:spcPct val="114999"/>
              </a:lnSpc>
              <a:buFont typeface="Arial"/>
              <a:buChar char="•"/>
            </a:pPr>
            <a:r>
              <a:rPr lang="fr-FR" i="1" dirty="0">
                <a:solidFill>
                  <a:srgbClr val="999999"/>
                </a:solidFill>
                <a:latin typeface="Montserrat"/>
                <a:ea typeface="Montserrat"/>
                <a:cs typeface="Montserrat"/>
              </a:rPr>
              <a:t>Produits  "</a:t>
            </a:r>
            <a:r>
              <a:rPr lang="fr-FR" i="1" dirty="0" err="1">
                <a:solidFill>
                  <a:srgbClr val="999999"/>
                </a:solidFill>
                <a:latin typeface="Montserrat"/>
                <a:ea typeface="Montserrat"/>
                <a:cs typeface="Montserrat"/>
              </a:rPr>
              <a:t>onsale</a:t>
            </a:r>
            <a:r>
              <a:rPr lang="fr-FR" i="1" dirty="0">
                <a:solidFill>
                  <a:srgbClr val="999999"/>
                </a:solidFill>
                <a:latin typeface="Montserrat"/>
                <a:ea typeface="Montserrat"/>
                <a:cs typeface="Montserrat"/>
              </a:rPr>
              <a:t>" qui ne le sont pas,</a:t>
            </a:r>
            <a:endParaRPr lang="fr-FR" i="1" dirty="0" err="1">
              <a:solidFill>
                <a:srgbClr val="999999"/>
              </a:solidFill>
              <a:latin typeface="Montserrat"/>
              <a:ea typeface="Montserrat"/>
              <a:cs typeface="Montserrat"/>
            </a:endParaRPr>
          </a:p>
          <a:p>
            <a:pPr marL="285750" indent="-285750">
              <a:lnSpc>
                <a:spcPct val="114999"/>
              </a:lnSpc>
              <a:buFont typeface="Arial"/>
              <a:buChar char="•"/>
            </a:pPr>
            <a:r>
              <a:rPr lang="fr-FR" i="1" dirty="0">
                <a:solidFill>
                  <a:srgbClr val="999999"/>
                </a:solidFill>
                <a:latin typeface="Montserrat"/>
                <a:ea typeface="Montserrat"/>
                <a:cs typeface="Montserrat"/>
              </a:rPr>
              <a:t>Produits "</a:t>
            </a:r>
            <a:r>
              <a:rPr lang="fr-FR" i="1" err="1">
                <a:solidFill>
                  <a:srgbClr val="999999"/>
                </a:solidFill>
                <a:latin typeface="Montserrat"/>
                <a:ea typeface="Montserrat"/>
                <a:cs typeface="Montserrat"/>
              </a:rPr>
              <a:t>outofstock</a:t>
            </a:r>
            <a:r>
              <a:rPr lang="fr-FR" i="1">
                <a:solidFill>
                  <a:srgbClr val="999999"/>
                </a:solidFill>
                <a:latin typeface="Montserrat"/>
                <a:ea typeface="Montserrat"/>
                <a:cs typeface="Montserrat"/>
              </a:rPr>
              <a:t>" qui étaient en stock, et l'inverse également, </a:t>
            </a:r>
            <a:endParaRPr lang="fr-FR" i="1" dirty="0" err="1">
              <a:solidFill>
                <a:srgbClr val="999999"/>
              </a:solidFill>
              <a:latin typeface="Montserrat"/>
              <a:ea typeface="Montserrat"/>
              <a:cs typeface="Montserrat"/>
            </a:endParaRPr>
          </a:p>
          <a:p>
            <a:pPr marL="285750" indent="-285750">
              <a:lnSpc>
                <a:spcPct val="114999"/>
              </a:lnSpc>
              <a:buFont typeface="Arial"/>
              <a:buChar char="•"/>
            </a:pPr>
            <a:r>
              <a:rPr lang="fr-FR" i="1" dirty="0">
                <a:solidFill>
                  <a:srgbClr val="999999"/>
                </a:solidFill>
                <a:latin typeface="Montserrat"/>
                <a:ea typeface="Montserrat"/>
                <a:cs typeface="Montserrat"/>
              </a:rPr>
              <a:t>91 produits </a:t>
            </a:r>
            <a:r>
              <a:rPr lang="fr-FR" i="1" err="1">
                <a:solidFill>
                  <a:srgbClr val="999999"/>
                </a:solidFill>
                <a:latin typeface="Montserrat"/>
                <a:ea typeface="Montserrat"/>
                <a:cs typeface="Montserrat"/>
              </a:rPr>
              <a:t>id_web</a:t>
            </a:r>
            <a:r>
              <a:rPr lang="fr-FR" i="1" dirty="0">
                <a:solidFill>
                  <a:srgbClr val="999999"/>
                </a:solidFill>
                <a:latin typeface="Montserrat"/>
                <a:ea typeface="Montserrat"/>
                <a:cs typeface="Montserrat"/>
              </a:rPr>
              <a:t> qui n'ont pas de correspondance </a:t>
            </a:r>
            <a:r>
              <a:rPr lang="fr-FR" i="1" dirty="0" err="1">
                <a:solidFill>
                  <a:srgbClr val="999999"/>
                </a:solidFill>
                <a:latin typeface="Montserrat"/>
                <a:ea typeface="Montserrat"/>
                <a:cs typeface="Montserrat"/>
              </a:rPr>
              <a:t>product</a:t>
            </a:r>
            <a:r>
              <a:rPr lang="fr-FR" i="1" err="1">
                <a:solidFill>
                  <a:srgbClr val="999999"/>
                </a:solidFill>
                <a:latin typeface="Montserrat"/>
                <a:ea typeface="Montserrat"/>
                <a:cs typeface="Montserrat"/>
              </a:rPr>
              <a:t>_id</a:t>
            </a:r>
            <a:r>
              <a:rPr lang="fr-FR" i="1">
                <a:solidFill>
                  <a:srgbClr val="999999"/>
                </a:solidFill>
                <a:latin typeface="Montserrat"/>
                <a:ea typeface="Montserrat"/>
                <a:cs typeface="Montserrat"/>
              </a:rPr>
              <a:t>,</a:t>
            </a:r>
          </a:p>
          <a:p>
            <a:pPr marL="285750" indent="-285750">
              <a:lnSpc>
                <a:spcPct val="114999"/>
              </a:lnSpc>
              <a:buFont typeface="Arial"/>
              <a:buChar char="•"/>
            </a:pPr>
            <a:r>
              <a:rPr lang="fr-FR" i="1" dirty="0">
                <a:solidFill>
                  <a:srgbClr val="999999"/>
                </a:solidFill>
                <a:latin typeface="Montserrat"/>
                <a:ea typeface="Montserrat"/>
                <a:cs typeface="Montserrat"/>
              </a:rPr>
              <a:t>Des doublons pour chaque </a:t>
            </a:r>
            <a:r>
              <a:rPr lang="fr-FR" i="1" dirty="0" err="1">
                <a:solidFill>
                  <a:srgbClr val="999999"/>
                </a:solidFill>
                <a:latin typeface="Montserrat"/>
                <a:ea typeface="Montserrat"/>
                <a:cs typeface="Montserrat"/>
              </a:rPr>
              <a:t>produits</a:t>
            </a:r>
            <a:r>
              <a:rPr lang="fr-FR" i="1" dirty="0">
                <a:solidFill>
                  <a:srgbClr val="999999"/>
                </a:solidFill>
                <a:latin typeface="Montserrat"/>
                <a:ea typeface="Montserrat"/>
                <a:cs typeface="Montserrat"/>
              </a:rPr>
              <a:t> avec comme </a:t>
            </a:r>
            <a:r>
              <a:rPr lang="fr-FR" i="1" dirty="0" err="1">
                <a:solidFill>
                  <a:srgbClr val="999999"/>
                </a:solidFill>
                <a:latin typeface="Montserrat"/>
                <a:ea typeface="Montserrat"/>
                <a:cs typeface="Montserrat"/>
              </a:rPr>
              <a:t>post_type</a:t>
            </a:r>
            <a:r>
              <a:rPr lang="fr-FR" i="1" dirty="0">
                <a:solidFill>
                  <a:srgbClr val="999999"/>
                </a:solidFill>
                <a:latin typeface="Montserrat"/>
                <a:ea typeface="Montserrat"/>
                <a:cs typeface="Montserrat"/>
              </a:rPr>
              <a:t> "</a:t>
            </a:r>
            <a:r>
              <a:rPr lang="fr-FR" i="1" dirty="0" err="1">
                <a:solidFill>
                  <a:srgbClr val="999999"/>
                </a:solidFill>
                <a:latin typeface="Montserrat"/>
                <a:ea typeface="Montserrat"/>
                <a:cs typeface="Montserrat"/>
              </a:rPr>
              <a:t>attachment</a:t>
            </a:r>
            <a:r>
              <a:rPr lang="fr-FR" i="1" dirty="0">
                <a:solidFill>
                  <a:srgbClr val="999999"/>
                </a:solidFill>
                <a:latin typeface="Montserrat"/>
                <a:ea typeface="Montserrat"/>
                <a:cs typeface="Montserrat"/>
              </a:rPr>
              <a:t>" qu'il a fallu écarter,</a:t>
            </a:r>
          </a:p>
          <a:p>
            <a:pPr marL="285750" indent="-285750">
              <a:lnSpc>
                <a:spcPct val="114999"/>
              </a:lnSpc>
              <a:buFont typeface="Arial"/>
              <a:buChar char="•"/>
            </a:pPr>
            <a:r>
              <a:rPr lang="fr-FR" i="1">
                <a:solidFill>
                  <a:srgbClr val="999999"/>
                </a:solidFill>
                <a:latin typeface="Montserrat"/>
                <a:ea typeface="Montserrat"/>
                <a:cs typeface="Montserrat"/>
              </a:rPr>
              <a:t>Des lignes qui sont vides, de nombreuses colonnes non renseignées,</a:t>
            </a:r>
          </a:p>
          <a:p>
            <a:pPr marL="285750" indent="-285750">
              <a:lnSpc>
                <a:spcPct val="114999"/>
              </a:lnSpc>
              <a:buFont typeface="Arial"/>
              <a:buChar char="•"/>
            </a:pPr>
            <a:r>
              <a:rPr lang="fr-FR" i="1">
                <a:solidFill>
                  <a:srgbClr val="999999"/>
                </a:solidFill>
                <a:latin typeface="Montserrat"/>
                <a:ea typeface="Montserrat"/>
                <a:cs typeface="Montserrat"/>
              </a:rPr>
              <a:t>Des lignes vides mais avec des ventes...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g13f9e8f1567_0_7"/>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g13f9e8f1567_0_7"/>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a:solidFill>
                  <a:srgbClr val="F3F3F3"/>
                </a:solidFill>
                <a:latin typeface="Montserrat"/>
                <a:ea typeface="Montserrat"/>
                <a:cs typeface="Montserrat"/>
                <a:sym typeface="Montserrat"/>
              </a:rPr>
              <a:t>Point sur les compétences apprises</a:t>
            </a:r>
            <a:endParaRPr/>
          </a:p>
        </p:txBody>
      </p:sp>
      <p:sp>
        <p:nvSpPr>
          <p:cNvPr id="105" name="Google Shape;105;g13f9e8f1567_0_7"/>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g13f9e8f1567_0_7"/>
          <p:cNvSpPr txBox="1">
            <a:spLocks noGrp="1"/>
          </p:cNvSpPr>
          <p:nvPr>
            <p:ph type="body" idx="1"/>
          </p:nvPr>
        </p:nvSpPr>
        <p:spPr>
          <a:xfrm>
            <a:off x="102012" y="1528600"/>
            <a:ext cx="8771262" cy="3416400"/>
          </a:xfrm>
          <a:prstGeom prst="rect">
            <a:avLst/>
          </a:prstGeom>
          <a:noFill/>
          <a:ln>
            <a:noFill/>
          </a:ln>
        </p:spPr>
        <p:txBody>
          <a:bodyPr spcFirstLastPara="1" wrap="square" lIns="91425" tIns="91425" rIns="91425" bIns="91425" anchor="t" anchorCtr="0">
            <a:normAutofit lnSpcReduction="10000"/>
          </a:bodyPr>
          <a:lstStyle/>
          <a:p>
            <a:pPr algn="just">
              <a:lnSpc>
                <a:spcPct val="95000"/>
              </a:lnSpc>
              <a:buChar char="•"/>
            </a:pPr>
            <a:r>
              <a:rPr lang="fr" sz="1600" i="1" dirty="0" err="1">
                <a:solidFill>
                  <a:srgbClr val="999999"/>
                </a:solidFill>
                <a:latin typeface="Montserrat"/>
              </a:rPr>
              <a:t>Les erreurs ont été facilement détectées via les outils d'analyse et de statistiques. Les jointures ont été correctement faites, sans trop de souci. Il a </a:t>
            </a:r>
            <a:r>
              <a:rPr lang="fr" sz="1600" i="1" dirty="0">
                <a:solidFill>
                  <a:srgbClr val="999999"/>
                </a:solidFill>
                <a:latin typeface="Montserrat"/>
              </a:rPr>
              <a:t>fallu choisir les bonnes jointures, avec notamment une jointure de type "</a:t>
            </a:r>
            <a:r>
              <a:rPr lang="fr" sz="1600" i="1" dirty="0" err="1">
                <a:solidFill>
                  <a:srgbClr val="999999"/>
                </a:solidFill>
                <a:latin typeface="Montserrat"/>
              </a:rPr>
              <a:t>left</a:t>
            </a:r>
            <a:r>
              <a:rPr lang="fr" sz="1600" i="1" dirty="0">
                <a:solidFill>
                  <a:srgbClr val="999999"/>
                </a:solidFill>
                <a:latin typeface="Montserrat"/>
              </a:rPr>
              <a:t>" concernant la seconde jointure entre </a:t>
            </a:r>
            <a:r>
              <a:rPr lang="fr" sz="1600" i="1" dirty="0" err="1">
                <a:solidFill>
                  <a:srgbClr val="999999"/>
                </a:solidFill>
                <a:latin typeface="Montserrat"/>
              </a:rPr>
              <a:t>df_merge</a:t>
            </a:r>
            <a:r>
              <a:rPr lang="fr" sz="1600" i="1" dirty="0">
                <a:solidFill>
                  <a:srgbClr val="999999"/>
                </a:solidFill>
                <a:latin typeface="Montserrat"/>
              </a:rPr>
              <a:t> et </a:t>
            </a:r>
            <a:r>
              <a:rPr lang="fr" sz="1600" i="1" dirty="0" err="1">
                <a:solidFill>
                  <a:srgbClr val="999999"/>
                </a:solidFill>
                <a:latin typeface="Montserrat"/>
              </a:rPr>
              <a:t>df_web</a:t>
            </a:r>
            <a:r>
              <a:rPr lang="fr" sz="1600" i="1" dirty="0">
                <a:solidFill>
                  <a:srgbClr val="999999"/>
                </a:solidFill>
                <a:latin typeface="Montserrat"/>
              </a:rPr>
              <a:t>. Une première tentative avec une jointure "</a:t>
            </a:r>
            <a:r>
              <a:rPr lang="fr" sz="1600" i="1" dirty="0" err="1">
                <a:solidFill>
                  <a:srgbClr val="999999"/>
                </a:solidFill>
                <a:latin typeface="Montserrat"/>
              </a:rPr>
              <a:t>outer</a:t>
            </a:r>
            <a:r>
              <a:rPr lang="fr" sz="1600" i="1" dirty="0">
                <a:solidFill>
                  <a:srgbClr val="999999"/>
                </a:solidFill>
                <a:latin typeface="Montserrat"/>
              </a:rPr>
              <a:t>" avait créé de nombreux problèmes de multiplication des entrées.</a:t>
            </a:r>
            <a:endParaRPr lang="fr-FR" dirty="0"/>
          </a:p>
          <a:p>
            <a:pPr algn="just">
              <a:lnSpc>
                <a:spcPct val="95000"/>
              </a:lnSpc>
              <a:buChar char="•"/>
            </a:pPr>
            <a:r>
              <a:rPr lang="fr" sz="1600" i="1">
                <a:solidFill>
                  <a:srgbClr val="999999"/>
                </a:solidFill>
                <a:latin typeface="Montserrat"/>
              </a:rPr>
              <a:t>Le plus difficile a été de prendre des décisions concernant ces erreurs, notamment concernant les prix négatifs : faut-il supprimer les données en question de l'analyse, les mettre de côté, ou les garder afin de souligner les problèmes que ces erreurs entraînent ? Le choix a été fait de garder les prix négatifs jusqu'à l'étape des taux de marge car les résultats étaient alors trop biaisés et impactés par cette erreur de saisie ou de recueil des données.</a:t>
            </a:r>
          </a:p>
          <a:p>
            <a:pPr algn="just">
              <a:lnSpc>
                <a:spcPct val="95000"/>
              </a:lnSpc>
              <a:buChar char="•"/>
            </a:pPr>
            <a:r>
              <a:rPr lang="fr" sz="1600" i="1">
                <a:solidFill>
                  <a:srgbClr val="999999"/>
                </a:solidFill>
                <a:latin typeface="Montserrat"/>
              </a:rPr>
              <a:t>Je pense avoir besoin de plus d'entraînement concernant les méthodes statistiques plus complexes car ce domaine est nouveau pour moi.</a:t>
            </a:r>
            <a:endParaRPr lang="fr" sz="1600" i="1" dirty="0">
              <a:solidFill>
                <a:srgbClr val="999999"/>
              </a:solidFill>
              <a:latin typeface="Montserrat"/>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Affichage à l'écran (16:9)</PresentationFormat>
  <Slides>17</Slides>
  <Notes>16</Notes>
  <HiddenSlides>0</HiddenSlides>
  <ScaleCrop>false</ScaleCrop>
  <HeadingPairs>
    <vt:vector size="4" baseType="variant">
      <vt:variant>
        <vt:lpstr>Thème</vt:lpstr>
      </vt:variant>
      <vt:variant>
        <vt:i4>1</vt:i4>
      </vt:variant>
      <vt:variant>
        <vt:lpstr>Titres des diapositives</vt:lpstr>
      </vt:variant>
      <vt:variant>
        <vt:i4>17</vt:i4>
      </vt:variant>
    </vt:vector>
  </HeadingPairs>
  <TitlesOfParts>
    <vt:vector size="18" baseType="lpstr">
      <vt:lpstr>Simple Light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cp:revision>67</cp:revision>
  <dcterms:modified xsi:type="dcterms:W3CDTF">2026-03-31T18:09:14Z</dcterms:modified>
</cp:coreProperties>
</file>